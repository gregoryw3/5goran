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B318B-D3FB-4D74-A88B-BD5234B64DBC}" v="17" dt="2025-10-07T15:47:05.539"/>
    <p1510:client id="{623452BD-A887-4048-9707-C68E211CC93B}" v="11" dt="2025-10-07T15:45:56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adhyaya, Pratheek Shankaranarayana" userId="d86132f3-b278-41c2-8c29-98b709d334a7" providerId="ADAL" clId="{42539C57-6514-4765-9EB3-3EC073085AD5}"/>
    <pc:docChg chg="custSel modSld">
      <pc:chgData name="Upadhyaya, Pratheek Shankaranarayana" userId="d86132f3-b278-41c2-8c29-98b709d334a7" providerId="ADAL" clId="{42539C57-6514-4765-9EB3-3EC073085AD5}" dt="2025-10-07T15:45:56.959" v="10" actId="14100"/>
      <pc:docMkLst>
        <pc:docMk/>
      </pc:docMkLst>
      <pc:sldChg chg="addSp modSp mod setBg">
        <pc:chgData name="Upadhyaya, Pratheek Shankaranarayana" userId="d86132f3-b278-41c2-8c29-98b709d334a7" providerId="ADAL" clId="{42539C57-6514-4765-9EB3-3EC073085AD5}" dt="2025-10-07T15:45:56.959" v="10" actId="14100"/>
        <pc:sldMkLst>
          <pc:docMk/>
          <pc:sldMk cId="2930140810" sldId="261"/>
        </pc:sldMkLst>
        <pc:spChg chg="mod">
          <ac:chgData name="Upadhyaya, Pratheek Shankaranarayana" userId="d86132f3-b278-41c2-8c29-98b709d334a7" providerId="ADAL" clId="{42539C57-6514-4765-9EB3-3EC073085AD5}" dt="2025-10-07T15:45:56.959" v="10" actId="14100"/>
          <ac:spMkLst>
            <pc:docMk/>
            <pc:sldMk cId="2930140810" sldId="261"/>
            <ac:spMk id="2" creationId="{2F7A579C-9B6D-E990-EDDB-526110CF9175}"/>
          </ac:spMkLst>
        </pc:spChg>
        <pc:spChg chg="mod">
          <ac:chgData name="Upadhyaya, Pratheek Shankaranarayana" userId="d86132f3-b278-41c2-8c29-98b709d334a7" providerId="ADAL" clId="{42539C57-6514-4765-9EB3-3EC073085AD5}" dt="2025-10-07T15:45:10.341" v="1" actId="26606"/>
          <ac:spMkLst>
            <pc:docMk/>
            <pc:sldMk cId="2930140810" sldId="261"/>
            <ac:spMk id="3" creationId="{C8C75444-D4CA-B17A-D0BB-0D2202BC51DB}"/>
          </ac:spMkLst>
        </pc:spChg>
        <pc:spChg chg="add">
          <ac:chgData name="Upadhyaya, Pratheek Shankaranarayana" userId="d86132f3-b278-41c2-8c29-98b709d334a7" providerId="ADAL" clId="{42539C57-6514-4765-9EB3-3EC073085AD5}" dt="2025-10-07T15:45:10.341" v="1" actId="26606"/>
          <ac:spMkLst>
            <pc:docMk/>
            <pc:sldMk cId="2930140810" sldId="261"/>
            <ac:spMk id="11" creationId="{352BEC0E-22F8-46D0-9632-375DB541B06C}"/>
          </ac:spMkLst>
        </pc:spChg>
        <pc:spChg chg="add">
          <ac:chgData name="Upadhyaya, Pratheek Shankaranarayana" userId="d86132f3-b278-41c2-8c29-98b709d334a7" providerId="ADAL" clId="{42539C57-6514-4765-9EB3-3EC073085AD5}" dt="2025-10-07T15:45:10.341" v="1" actId="26606"/>
          <ac:spMkLst>
            <pc:docMk/>
            <pc:sldMk cId="2930140810" sldId="261"/>
            <ac:spMk id="13" creationId="{3FCFB1DE-0B7E-48CC-BA90-B2AB0889F9D6}"/>
          </ac:spMkLst>
        </pc:spChg>
        <pc:picChg chg="mod ord">
          <ac:chgData name="Upadhyaya, Pratheek Shankaranarayana" userId="d86132f3-b278-41c2-8c29-98b709d334a7" providerId="ADAL" clId="{42539C57-6514-4765-9EB3-3EC073085AD5}" dt="2025-10-07T15:45:44.135" v="8" actId="1076"/>
          <ac:picMkLst>
            <pc:docMk/>
            <pc:sldMk cId="2930140810" sldId="261"/>
            <ac:picMk id="5" creationId="{01E4A108-8E49-5438-BBB0-6274E54CDFE1}"/>
          </ac:picMkLst>
        </pc:picChg>
        <pc:picChg chg="add mod">
          <ac:chgData name="Upadhyaya, Pratheek Shankaranarayana" userId="d86132f3-b278-41c2-8c29-98b709d334a7" providerId="ADAL" clId="{42539C57-6514-4765-9EB3-3EC073085AD5}" dt="2025-10-07T15:45:40.581" v="7" actId="14100"/>
          <ac:picMkLst>
            <pc:docMk/>
            <pc:sldMk cId="2930140810" sldId="261"/>
            <ac:picMk id="6" creationId="{E7C218A1-757A-E050-90F2-F33C7761BBC7}"/>
          </ac:picMkLst>
        </pc:picChg>
      </pc:sldChg>
    </pc:docChg>
  </pc:docChgLst>
  <pc:docChgLst>
    <pc:chgData name="Upadhyaya, Pratheek Shankaranarayana" userId="d86132f3-b278-41c2-8c29-98b709d334a7" providerId="ADAL" clId="{DDAB53BA-B032-41C5-92E3-EDD9AFA2ACC7}"/>
    <pc:docChg chg="undo custSel addSld delSld modSld">
      <pc:chgData name="Upadhyaya, Pratheek Shankaranarayana" userId="d86132f3-b278-41c2-8c29-98b709d334a7" providerId="ADAL" clId="{DDAB53BA-B032-41C5-92E3-EDD9AFA2ACC7}" dt="2025-10-07T15:47:05.539" v="991" actId="20577"/>
      <pc:docMkLst>
        <pc:docMk/>
      </pc:docMkLst>
      <pc:sldChg chg="addSp delSp modSp add del mod">
        <pc:chgData name="Upadhyaya, Pratheek Shankaranarayana" userId="d86132f3-b278-41c2-8c29-98b709d334a7" providerId="ADAL" clId="{DDAB53BA-B032-41C5-92E3-EDD9AFA2ACC7}" dt="2025-10-07T14:48:00.215" v="80" actId="47"/>
        <pc:sldMkLst>
          <pc:docMk/>
          <pc:sldMk cId="938834988" sldId="256"/>
        </pc:sldMkLst>
        <pc:spChg chg="del">
          <ac:chgData name="Upadhyaya, Pratheek Shankaranarayana" userId="d86132f3-b278-41c2-8c29-98b709d334a7" providerId="ADAL" clId="{DDAB53BA-B032-41C5-92E3-EDD9AFA2ACC7}" dt="2025-10-07T14:47:13.690" v="66" actId="478"/>
          <ac:spMkLst>
            <pc:docMk/>
            <pc:sldMk cId="938834988" sldId="256"/>
            <ac:spMk id="2" creationId="{DE1E2C6E-FF23-F4AF-91F2-5887C25102D4}"/>
          </ac:spMkLst>
        </pc:spChg>
        <pc:spChg chg="mod">
          <ac:chgData name="Upadhyaya, Pratheek Shankaranarayana" userId="d86132f3-b278-41c2-8c29-98b709d334a7" providerId="ADAL" clId="{DDAB53BA-B032-41C5-92E3-EDD9AFA2ACC7}" dt="2025-10-07T14:46:40.923" v="62" actId="20577"/>
          <ac:spMkLst>
            <pc:docMk/>
            <pc:sldMk cId="938834988" sldId="256"/>
            <ac:spMk id="3" creationId="{FE13E739-1246-0E39-C798-519CA0219462}"/>
          </ac:spMkLst>
        </pc:spChg>
        <pc:spChg chg="add mod">
          <ac:chgData name="Upadhyaya, Pratheek Shankaranarayana" userId="d86132f3-b278-41c2-8c29-98b709d334a7" providerId="ADAL" clId="{DDAB53BA-B032-41C5-92E3-EDD9AFA2ACC7}" dt="2025-10-07T14:47:12.813" v="65"/>
          <ac:spMkLst>
            <pc:docMk/>
            <pc:sldMk cId="938834988" sldId="256"/>
            <ac:spMk id="4" creationId="{99AEFEA8-AF4E-8515-A51E-97DA38E88E56}"/>
          </ac:spMkLst>
        </pc:spChg>
        <pc:spChg chg="add del mod">
          <ac:chgData name="Upadhyaya, Pratheek Shankaranarayana" userId="d86132f3-b278-41c2-8c29-98b709d334a7" providerId="ADAL" clId="{DDAB53BA-B032-41C5-92E3-EDD9AFA2ACC7}" dt="2025-10-07T14:47:19.033" v="69" actId="478"/>
          <ac:spMkLst>
            <pc:docMk/>
            <pc:sldMk cId="938834988" sldId="256"/>
            <ac:spMk id="6" creationId="{6468298F-7422-09C2-5FC4-5AFF026F30D2}"/>
          </ac:spMkLst>
        </pc:spChg>
        <pc:spChg chg="add mod">
          <ac:chgData name="Upadhyaya, Pratheek Shankaranarayana" userId="d86132f3-b278-41c2-8c29-98b709d334a7" providerId="ADAL" clId="{DDAB53BA-B032-41C5-92E3-EDD9AFA2ACC7}" dt="2025-10-07T14:47:16.891" v="68"/>
          <ac:spMkLst>
            <pc:docMk/>
            <pc:sldMk cId="938834988" sldId="256"/>
            <ac:spMk id="7" creationId="{A7EA28D6-3058-69B1-DE16-16FECA01A5CB}"/>
          </ac:spMkLst>
        </pc:spChg>
        <pc:spChg chg="add mod">
          <ac:chgData name="Upadhyaya, Pratheek Shankaranarayana" userId="d86132f3-b278-41c2-8c29-98b709d334a7" providerId="ADAL" clId="{DDAB53BA-B032-41C5-92E3-EDD9AFA2ACC7}" dt="2025-10-07T14:47:23.216" v="71" actId="14100"/>
          <ac:spMkLst>
            <pc:docMk/>
            <pc:sldMk cId="938834988" sldId="256"/>
            <ac:spMk id="8" creationId="{25D3A6D0-B001-BE2D-1028-B07DB3CD4B2A}"/>
          </ac:spMkLst>
        </pc:spChg>
      </pc:sldChg>
      <pc:sldChg chg="addSp delSp modSp mod setBg">
        <pc:chgData name="Upadhyaya, Pratheek Shankaranarayana" userId="d86132f3-b278-41c2-8c29-98b709d334a7" providerId="ADAL" clId="{DDAB53BA-B032-41C5-92E3-EDD9AFA2ACC7}" dt="2025-10-07T15:16:52.139" v="322" actId="1582"/>
        <pc:sldMkLst>
          <pc:docMk/>
          <pc:sldMk cId="809362293" sldId="257"/>
        </pc:sldMkLst>
        <pc:spChg chg="mod">
          <ac:chgData name="Upadhyaya, Pratheek Shankaranarayana" userId="d86132f3-b278-41c2-8c29-98b709d334a7" providerId="ADAL" clId="{DDAB53BA-B032-41C5-92E3-EDD9AFA2ACC7}" dt="2025-10-07T15:15:42.946" v="311" actId="26606"/>
          <ac:spMkLst>
            <pc:docMk/>
            <pc:sldMk cId="809362293" sldId="257"/>
            <ac:spMk id="2" creationId="{0DC83751-0675-5923-AF3B-35597968D44F}"/>
          </ac:spMkLst>
        </pc:spChg>
        <pc:spChg chg="mod">
          <ac:chgData name="Upadhyaya, Pratheek Shankaranarayana" userId="d86132f3-b278-41c2-8c29-98b709d334a7" providerId="ADAL" clId="{DDAB53BA-B032-41C5-92E3-EDD9AFA2ACC7}" dt="2025-10-07T15:15:42.946" v="311" actId="26606"/>
          <ac:spMkLst>
            <pc:docMk/>
            <pc:sldMk cId="809362293" sldId="257"/>
            <ac:spMk id="3" creationId="{B0A80F19-DECA-644A-9CC9-7F3A11F05035}"/>
          </ac:spMkLst>
        </pc:spChg>
        <pc:spChg chg="add mod">
          <ac:chgData name="Upadhyaya, Pratheek Shankaranarayana" userId="d86132f3-b278-41c2-8c29-98b709d334a7" providerId="ADAL" clId="{DDAB53BA-B032-41C5-92E3-EDD9AFA2ACC7}" dt="2025-10-07T15:16:52.139" v="322" actId="1582"/>
          <ac:spMkLst>
            <pc:docMk/>
            <pc:sldMk cId="809362293" sldId="257"/>
            <ac:spMk id="8" creationId="{4FAB5235-A8E6-1B6A-81EF-DD10FBA0E2F4}"/>
          </ac:spMkLst>
        </pc:spChg>
        <pc:spChg chg="add del">
          <ac:chgData name="Upadhyaya, Pratheek Shankaranarayana" userId="d86132f3-b278-41c2-8c29-98b709d334a7" providerId="ADAL" clId="{DDAB53BA-B032-41C5-92E3-EDD9AFA2ACC7}" dt="2025-10-07T15:15:35.831" v="308" actId="26606"/>
          <ac:spMkLst>
            <pc:docMk/>
            <pc:sldMk cId="809362293" sldId="257"/>
            <ac:spMk id="9" creationId="{201CC55D-ED54-4C5C-95E6-10947BD1103B}"/>
          </ac:spMkLst>
        </pc:spChg>
        <pc:spChg chg="add del">
          <ac:chgData name="Upadhyaya, Pratheek Shankaranarayana" userId="d86132f3-b278-41c2-8c29-98b709d334a7" providerId="ADAL" clId="{DDAB53BA-B032-41C5-92E3-EDD9AFA2ACC7}" dt="2025-10-07T15:14:27.296" v="304" actId="26606"/>
          <ac:spMkLst>
            <pc:docMk/>
            <pc:sldMk cId="809362293" sldId="257"/>
            <ac:spMk id="10" creationId="{201CC55D-ED54-4C5C-95E6-10947BD1103B}"/>
          </ac:spMkLst>
        </pc:spChg>
        <pc:spChg chg="add del">
          <ac:chgData name="Upadhyaya, Pratheek Shankaranarayana" userId="d86132f3-b278-41c2-8c29-98b709d334a7" providerId="ADAL" clId="{DDAB53BA-B032-41C5-92E3-EDD9AFA2ACC7}" dt="2025-10-07T15:15:35.831" v="308" actId="26606"/>
          <ac:spMkLst>
            <pc:docMk/>
            <pc:sldMk cId="809362293" sldId="257"/>
            <ac:spMk id="13" creationId="{3873B707-463F-40B0-8227-E8CC6C67EB25}"/>
          </ac:spMkLst>
        </pc:spChg>
        <pc:spChg chg="add del">
          <ac:chgData name="Upadhyaya, Pratheek Shankaranarayana" userId="d86132f3-b278-41c2-8c29-98b709d334a7" providerId="ADAL" clId="{DDAB53BA-B032-41C5-92E3-EDD9AFA2ACC7}" dt="2025-10-07T15:14:27.296" v="304" actId="26606"/>
          <ac:spMkLst>
            <pc:docMk/>
            <pc:sldMk cId="809362293" sldId="257"/>
            <ac:spMk id="16" creationId="{3873B707-463F-40B0-8227-E8CC6C67EB25}"/>
          </ac:spMkLst>
        </pc:spChg>
        <pc:spChg chg="add del">
          <ac:chgData name="Upadhyaya, Pratheek Shankaranarayana" userId="d86132f3-b278-41c2-8c29-98b709d334a7" providerId="ADAL" clId="{DDAB53BA-B032-41C5-92E3-EDD9AFA2ACC7}" dt="2025-10-07T15:15:35.831" v="308" actId="26606"/>
          <ac:spMkLst>
            <pc:docMk/>
            <pc:sldMk cId="809362293" sldId="257"/>
            <ac:spMk id="17" creationId="{C13237C8-E62C-4F0D-A318-BD6FB6C2D138}"/>
          </ac:spMkLst>
        </pc:spChg>
        <pc:spChg chg="add del">
          <ac:chgData name="Upadhyaya, Pratheek Shankaranarayana" userId="d86132f3-b278-41c2-8c29-98b709d334a7" providerId="ADAL" clId="{DDAB53BA-B032-41C5-92E3-EDD9AFA2ACC7}" dt="2025-10-07T15:14:27.296" v="304" actId="26606"/>
          <ac:spMkLst>
            <pc:docMk/>
            <pc:sldMk cId="809362293" sldId="257"/>
            <ac:spMk id="18" creationId="{C13237C8-E62C-4F0D-A318-BD6FB6C2D138}"/>
          </ac:spMkLst>
        </pc:spChg>
        <pc:spChg chg="add del">
          <ac:chgData name="Upadhyaya, Pratheek Shankaranarayana" userId="d86132f3-b278-41c2-8c29-98b709d334a7" providerId="ADAL" clId="{DDAB53BA-B032-41C5-92E3-EDD9AFA2ACC7}" dt="2025-10-07T15:14:27.296" v="304" actId="26606"/>
          <ac:spMkLst>
            <pc:docMk/>
            <pc:sldMk cId="809362293" sldId="257"/>
            <ac:spMk id="20" creationId="{19C9EAEA-39D0-4B0E-A0EB-51E7B26740B1}"/>
          </ac:spMkLst>
        </pc:spChg>
        <pc:spChg chg="add del">
          <ac:chgData name="Upadhyaya, Pratheek Shankaranarayana" userId="d86132f3-b278-41c2-8c29-98b709d334a7" providerId="ADAL" clId="{DDAB53BA-B032-41C5-92E3-EDD9AFA2ACC7}" dt="2025-10-07T15:15:35.831" v="308" actId="26606"/>
          <ac:spMkLst>
            <pc:docMk/>
            <pc:sldMk cId="809362293" sldId="257"/>
            <ac:spMk id="22" creationId="{19C9EAEA-39D0-4B0E-A0EB-51E7B26740B1}"/>
          </ac:spMkLst>
        </pc:spChg>
        <pc:spChg chg="add del">
          <ac:chgData name="Upadhyaya, Pratheek Shankaranarayana" userId="d86132f3-b278-41c2-8c29-98b709d334a7" providerId="ADAL" clId="{DDAB53BA-B032-41C5-92E3-EDD9AFA2ACC7}" dt="2025-10-07T15:15:42.942" v="310" actId="26606"/>
          <ac:spMkLst>
            <pc:docMk/>
            <pc:sldMk cId="809362293" sldId="257"/>
            <ac:spMk id="24" creationId="{DBC6133C-0615-4CE4-9132-37E609A9BDFA}"/>
          </ac:spMkLst>
        </pc:spChg>
        <pc:spChg chg="add del">
          <ac:chgData name="Upadhyaya, Pratheek Shankaranarayana" userId="d86132f3-b278-41c2-8c29-98b709d334a7" providerId="ADAL" clId="{DDAB53BA-B032-41C5-92E3-EDD9AFA2ACC7}" dt="2025-10-07T15:15:42.942" v="310" actId="26606"/>
          <ac:spMkLst>
            <pc:docMk/>
            <pc:sldMk cId="809362293" sldId="257"/>
            <ac:spMk id="25" creationId="{169CC832-2974-4E8D-90ED-3E2941BA7336}"/>
          </ac:spMkLst>
        </pc:spChg>
        <pc:spChg chg="add del">
          <ac:chgData name="Upadhyaya, Pratheek Shankaranarayana" userId="d86132f3-b278-41c2-8c29-98b709d334a7" providerId="ADAL" clId="{DDAB53BA-B032-41C5-92E3-EDD9AFA2ACC7}" dt="2025-10-07T15:15:42.942" v="310" actId="26606"/>
          <ac:spMkLst>
            <pc:docMk/>
            <pc:sldMk cId="809362293" sldId="257"/>
            <ac:spMk id="26" creationId="{55222F96-971A-4F90-B841-6BAB416C7AC1}"/>
          </ac:spMkLst>
        </pc:spChg>
        <pc:spChg chg="add del">
          <ac:chgData name="Upadhyaya, Pratheek Shankaranarayana" userId="d86132f3-b278-41c2-8c29-98b709d334a7" providerId="ADAL" clId="{DDAB53BA-B032-41C5-92E3-EDD9AFA2ACC7}" dt="2025-10-07T15:15:42.942" v="310" actId="26606"/>
          <ac:spMkLst>
            <pc:docMk/>
            <pc:sldMk cId="809362293" sldId="257"/>
            <ac:spMk id="27" creationId="{08980754-6F4B-43C9-B9BE-127B6BED6586}"/>
          </ac:spMkLst>
        </pc:spChg>
        <pc:spChg chg="add del">
          <ac:chgData name="Upadhyaya, Pratheek Shankaranarayana" userId="d86132f3-b278-41c2-8c29-98b709d334a7" providerId="ADAL" clId="{DDAB53BA-B032-41C5-92E3-EDD9AFA2ACC7}" dt="2025-10-07T15:15:42.942" v="310" actId="26606"/>
          <ac:spMkLst>
            <pc:docMk/>
            <pc:sldMk cId="809362293" sldId="257"/>
            <ac:spMk id="28" creationId="{2C1BBA94-3F40-40AA-8BB9-E69E25E537C1}"/>
          </ac:spMkLst>
        </pc:spChg>
        <pc:spChg chg="add">
          <ac:chgData name="Upadhyaya, Pratheek Shankaranarayana" userId="d86132f3-b278-41c2-8c29-98b709d334a7" providerId="ADAL" clId="{DDAB53BA-B032-41C5-92E3-EDD9AFA2ACC7}" dt="2025-10-07T15:15:42.946" v="311" actId="26606"/>
          <ac:spMkLst>
            <pc:docMk/>
            <pc:sldMk cId="809362293" sldId="257"/>
            <ac:spMk id="30" creationId="{743AA782-23D1-4521-8CAD-47662984AA08}"/>
          </ac:spMkLst>
        </pc:spChg>
        <pc:spChg chg="add">
          <ac:chgData name="Upadhyaya, Pratheek Shankaranarayana" userId="d86132f3-b278-41c2-8c29-98b709d334a7" providerId="ADAL" clId="{DDAB53BA-B032-41C5-92E3-EDD9AFA2ACC7}" dt="2025-10-07T15:15:42.946" v="311" actId="26606"/>
          <ac:spMkLst>
            <pc:docMk/>
            <pc:sldMk cId="809362293" sldId="257"/>
            <ac:spMk id="31" creationId="{650D18FE-0824-4A46-B22C-A86B52E5780A}"/>
          </ac:spMkLst>
        </pc:spChg>
        <pc:grpChg chg="add del">
          <ac:chgData name="Upadhyaya, Pratheek Shankaranarayana" userId="d86132f3-b278-41c2-8c29-98b709d334a7" providerId="ADAL" clId="{DDAB53BA-B032-41C5-92E3-EDD9AFA2ACC7}" dt="2025-10-07T15:14:27.296" v="304" actId="26606"/>
          <ac:grpSpMkLst>
            <pc:docMk/>
            <pc:sldMk cId="809362293" sldId="257"/>
            <ac:grpSpMk id="12" creationId="{1DE889C7-FAD6-4397-98E2-05D503484459}"/>
          </ac:grpSpMkLst>
        </pc:grpChg>
        <pc:grpChg chg="add del">
          <ac:chgData name="Upadhyaya, Pratheek Shankaranarayana" userId="d86132f3-b278-41c2-8c29-98b709d334a7" providerId="ADAL" clId="{DDAB53BA-B032-41C5-92E3-EDD9AFA2ACC7}" dt="2025-10-07T15:15:35.831" v="308" actId="26606"/>
          <ac:grpSpMkLst>
            <pc:docMk/>
            <pc:sldMk cId="809362293" sldId="257"/>
            <ac:grpSpMk id="14" creationId="{1DE889C7-FAD6-4397-98E2-05D503484459}"/>
          </ac:grpSpMkLst>
        </pc:grpChg>
        <pc:picChg chg="add del mod">
          <ac:chgData name="Upadhyaya, Pratheek Shankaranarayana" userId="d86132f3-b278-41c2-8c29-98b709d334a7" providerId="ADAL" clId="{DDAB53BA-B032-41C5-92E3-EDD9AFA2ACC7}" dt="2025-10-07T15:14:29.652" v="305" actId="478"/>
          <ac:picMkLst>
            <pc:docMk/>
            <pc:sldMk cId="809362293" sldId="257"/>
            <ac:picMk id="5" creationId="{3C6D1BEE-DBB0-1726-20B0-1B19E1B66AFC}"/>
          </ac:picMkLst>
        </pc:picChg>
        <pc:picChg chg="add mod">
          <ac:chgData name="Upadhyaya, Pratheek Shankaranarayana" userId="d86132f3-b278-41c2-8c29-98b709d334a7" providerId="ADAL" clId="{DDAB53BA-B032-41C5-92E3-EDD9AFA2ACC7}" dt="2025-10-07T15:15:59.853" v="317" actId="1076"/>
          <ac:picMkLst>
            <pc:docMk/>
            <pc:sldMk cId="809362293" sldId="257"/>
            <ac:picMk id="7" creationId="{CFA0BBAC-5996-F6F9-F1FB-340767A6EDA3}"/>
          </ac:picMkLst>
        </pc:picChg>
      </pc:sldChg>
      <pc:sldChg chg="addSp delSp modSp add mod setBg addAnim delAnim">
        <pc:chgData name="Upadhyaya, Pratheek Shankaranarayana" userId="d86132f3-b278-41c2-8c29-98b709d334a7" providerId="ADAL" clId="{DDAB53BA-B032-41C5-92E3-EDD9AFA2ACC7}" dt="2025-10-07T14:52:10.306" v="84" actId="2711"/>
        <pc:sldMkLst>
          <pc:docMk/>
          <pc:sldMk cId="2018041534" sldId="258"/>
        </pc:sldMkLst>
        <pc:spChg chg="mod">
          <ac:chgData name="Upadhyaya, Pratheek Shankaranarayana" userId="d86132f3-b278-41c2-8c29-98b709d334a7" providerId="ADAL" clId="{DDAB53BA-B032-41C5-92E3-EDD9AFA2ACC7}" dt="2025-10-07T14:52:03.513" v="83" actId="2711"/>
          <ac:spMkLst>
            <pc:docMk/>
            <pc:sldMk cId="2018041534" sldId="258"/>
            <ac:spMk id="2" creationId="{AD753E22-66F7-2DED-A268-311990A34540}"/>
          </ac:spMkLst>
        </pc:spChg>
        <pc:spChg chg="mod">
          <ac:chgData name="Upadhyaya, Pratheek Shankaranarayana" userId="d86132f3-b278-41c2-8c29-98b709d334a7" providerId="ADAL" clId="{DDAB53BA-B032-41C5-92E3-EDD9AFA2ACC7}" dt="2025-10-07T14:52:10.306" v="84" actId="2711"/>
          <ac:spMkLst>
            <pc:docMk/>
            <pc:sldMk cId="2018041534" sldId="258"/>
            <ac:spMk id="3" creationId="{60A361BD-A06D-33D9-E8BC-EECD789E0378}"/>
          </ac:spMkLst>
        </pc:spChg>
        <pc:spChg chg="add">
          <ac:chgData name="Upadhyaya, Pratheek Shankaranarayana" userId="d86132f3-b278-41c2-8c29-98b709d334a7" providerId="ADAL" clId="{DDAB53BA-B032-41C5-92E3-EDD9AFA2ACC7}" dt="2025-10-07T14:48:52.144" v="81" actId="26606"/>
          <ac:spMkLst>
            <pc:docMk/>
            <pc:sldMk cId="2018041534" sldId="258"/>
            <ac:spMk id="8" creationId="{43C48B49-6135-48B6-AC0F-97E5D8D1F03F}"/>
          </ac:spMkLst>
        </pc:spChg>
        <pc:spChg chg="add del">
          <ac:chgData name="Upadhyaya, Pratheek Shankaranarayana" userId="d86132f3-b278-41c2-8c29-98b709d334a7" providerId="ADAL" clId="{DDAB53BA-B032-41C5-92E3-EDD9AFA2ACC7}" dt="2025-10-07T14:47:50.180" v="79" actId="26606"/>
          <ac:spMkLst>
            <pc:docMk/>
            <pc:sldMk cId="2018041534" sldId="258"/>
            <ac:spMk id="9" creationId="{F609FF9A-4FCE-468E-A86A-C9AB525EAE71}"/>
          </ac:spMkLst>
        </pc:spChg>
        <pc:spChg chg="add">
          <ac:chgData name="Upadhyaya, Pratheek Shankaranarayana" userId="d86132f3-b278-41c2-8c29-98b709d334a7" providerId="ADAL" clId="{DDAB53BA-B032-41C5-92E3-EDD9AFA2ACC7}" dt="2025-10-07T14:48:52.144" v="81" actId="26606"/>
          <ac:spMkLst>
            <pc:docMk/>
            <pc:sldMk cId="2018041534" sldId="258"/>
            <ac:spMk id="10" creationId="{9715DAF0-AE1B-46C9-8A6B-DB2AA05AB91D}"/>
          </ac:spMkLst>
        </pc:spChg>
        <pc:spChg chg="add del">
          <ac:chgData name="Upadhyaya, Pratheek Shankaranarayana" userId="d86132f3-b278-41c2-8c29-98b709d334a7" providerId="ADAL" clId="{DDAB53BA-B032-41C5-92E3-EDD9AFA2ACC7}" dt="2025-10-07T14:47:50.180" v="79" actId="26606"/>
          <ac:spMkLst>
            <pc:docMk/>
            <pc:sldMk cId="2018041534" sldId="258"/>
            <ac:spMk id="11" creationId="{021E12D4-3A88-428D-8E5E-AF1AFD923D63}"/>
          </ac:spMkLst>
        </pc:spChg>
        <pc:spChg chg="add">
          <ac:chgData name="Upadhyaya, Pratheek Shankaranarayana" userId="d86132f3-b278-41c2-8c29-98b709d334a7" providerId="ADAL" clId="{DDAB53BA-B032-41C5-92E3-EDD9AFA2ACC7}" dt="2025-10-07T14:48:52.144" v="81" actId="26606"/>
          <ac:spMkLst>
            <pc:docMk/>
            <pc:sldMk cId="2018041534" sldId="258"/>
            <ac:spMk id="12" creationId="{DC631C0B-6DA6-4E57-8231-CE32B3434A7E}"/>
          </ac:spMkLst>
        </pc:spChg>
        <pc:spChg chg="add">
          <ac:chgData name="Upadhyaya, Pratheek Shankaranarayana" userId="d86132f3-b278-41c2-8c29-98b709d334a7" providerId="ADAL" clId="{DDAB53BA-B032-41C5-92E3-EDD9AFA2ACC7}" dt="2025-10-07T14:48:52.144" v="81" actId="26606"/>
          <ac:spMkLst>
            <pc:docMk/>
            <pc:sldMk cId="2018041534" sldId="258"/>
            <ac:spMk id="14" creationId="{F256AC18-FB41-4977-8B0C-F5082335AB7D}"/>
          </ac:spMkLst>
        </pc:spChg>
        <pc:spChg chg="add">
          <ac:chgData name="Upadhyaya, Pratheek Shankaranarayana" userId="d86132f3-b278-41c2-8c29-98b709d334a7" providerId="ADAL" clId="{DDAB53BA-B032-41C5-92E3-EDD9AFA2ACC7}" dt="2025-10-07T14:48:52.144" v="81" actId="26606"/>
          <ac:spMkLst>
            <pc:docMk/>
            <pc:sldMk cId="2018041534" sldId="258"/>
            <ac:spMk id="16" creationId="{AFF4A713-7B75-4B21-90D7-5AB19547C728}"/>
          </ac:spMkLst>
        </pc:spChg>
        <pc:picChg chg="add del">
          <ac:chgData name="Upadhyaya, Pratheek Shankaranarayana" userId="d86132f3-b278-41c2-8c29-98b709d334a7" providerId="ADAL" clId="{DDAB53BA-B032-41C5-92E3-EDD9AFA2ACC7}" dt="2025-10-07T14:47:50.180" v="79" actId="26606"/>
          <ac:picMkLst>
            <pc:docMk/>
            <pc:sldMk cId="2018041534" sldId="258"/>
            <ac:picMk id="5" creationId="{3E13F2A9-3EE2-F8BC-AF0B-09564838536D}"/>
          </ac:picMkLst>
        </pc:picChg>
      </pc:sldChg>
      <pc:sldChg chg="addSp delSp modSp new mod setBg">
        <pc:chgData name="Upadhyaya, Pratheek Shankaranarayana" userId="d86132f3-b278-41c2-8c29-98b709d334a7" providerId="ADAL" clId="{DDAB53BA-B032-41C5-92E3-EDD9AFA2ACC7}" dt="2025-10-07T15:47:05.539" v="991" actId="20577"/>
        <pc:sldMkLst>
          <pc:docMk/>
          <pc:sldMk cId="1311120781" sldId="259"/>
        </pc:sldMkLst>
        <pc:spChg chg="mod">
          <ac:chgData name="Upadhyaya, Pratheek Shankaranarayana" userId="d86132f3-b278-41c2-8c29-98b709d334a7" providerId="ADAL" clId="{DDAB53BA-B032-41C5-92E3-EDD9AFA2ACC7}" dt="2025-10-07T15:29:25.666" v="752" actId="14100"/>
          <ac:spMkLst>
            <pc:docMk/>
            <pc:sldMk cId="1311120781" sldId="259"/>
            <ac:spMk id="2" creationId="{6FDB76A6-C99B-21B9-AC86-2557FE802391}"/>
          </ac:spMkLst>
        </pc:spChg>
        <pc:spChg chg="add del mod">
          <ac:chgData name="Upadhyaya, Pratheek Shankaranarayana" userId="d86132f3-b278-41c2-8c29-98b709d334a7" providerId="ADAL" clId="{DDAB53BA-B032-41C5-92E3-EDD9AFA2ACC7}" dt="2025-10-07T15:47:05.539" v="991" actId="20577"/>
          <ac:spMkLst>
            <pc:docMk/>
            <pc:sldMk cId="1311120781" sldId="259"/>
            <ac:spMk id="3" creationId="{7747FCD5-DC75-4303-9795-48D1B33C67D1}"/>
          </ac:spMkLst>
        </pc:spChg>
        <pc:spChg chg="add">
          <ac:chgData name="Upadhyaya, Pratheek Shankaranarayana" userId="d86132f3-b278-41c2-8c29-98b709d334a7" providerId="ADAL" clId="{DDAB53BA-B032-41C5-92E3-EDD9AFA2ACC7}" dt="2025-10-07T15:25:04.469" v="475" actId="26606"/>
          <ac:spMkLst>
            <pc:docMk/>
            <pc:sldMk cId="1311120781" sldId="259"/>
            <ac:spMk id="12" creationId="{743AA782-23D1-4521-8CAD-47662984AA08}"/>
          </ac:spMkLst>
        </pc:spChg>
        <pc:spChg chg="add">
          <ac:chgData name="Upadhyaya, Pratheek Shankaranarayana" userId="d86132f3-b278-41c2-8c29-98b709d334a7" providerId="ADAL" clId="{DDAB53BA-B032-41C5-92E3-EDD9AFA2ACC7}" dt="2025-10-07T15:25:04.469" v="475" actId="26606"/>
          <ac:spMkLst>
            <pc:docMk/>
            <pc:sldMk cId="1311120781" sldId="259"/>
            <ac:spMk id="14" creationId="{650D18FE-0824-4A46-B22C-A86B52E5780A}"/>
          </ac:spMkLst>
        </pc:spChg>
        <pc:picChg chg="add mod">
          <ac:chgData name="Upadhyaya, Pratheek Shankaranarayana" userId="d86132f3-b278-41c2-8c29-98b709d334a7" providerId="ADAL" clId="{DDAB53BA-B032-41C5-92E3-EDD9AFA2ACC7}" dt="2025-10-07T15:22:48.392" v="363" actId="931"/>
          <ac:picMkLst>
            <pc:docMk/>
            <pc:sldMk cId="1311120781" sldId="259"/>
            <ac:picMk id="5" creationId="{174A5F7C-10DD-7E07-8BAD-76FCB244DFA5}"/>
          </ac:picMkLst>
        </pc:picChg>
        <pc:picChg chg="add mod">
          <ac:chgData name="Upadhyaya, Pratheek Shankaranarayana" userId="d86132f3-b278-41c2-8c29-98b709d334a7" providerId="ADAL" clId="{DDAB53BA-B032-41C5-92E3-EDD9AFA2ACC7}" dt="2025-10-07T15:25:14.743" v="477" actId="14100"/>
          <ac:picMkLst>
            <pc:docMk/>
            <pc:sldMk cId="1311120781" sldId="259"/>
            <ac:picMk id="7" creationId="{7DD9C9F2-4617-F1C3-7771-5F6C325C6448}"/>
          </ac:picMkLst>
        </pc:picChg>
      </pc:sldChg>
      <pc:sldChg chg="addSp modSp new mod setBg">
        <pc:chgData name="Upadhyaya, Pratheek Shankaranarayana" userId="d86132f3-b278-41c2-8c29-98b709d334a7" providerId="ADAL" clId="{DDAB53BA-B032-41C5-92E3-EDD9AFA2ACC7}" dt="2025-10-07T15:46:57.849" v="990" actId="1076"/>
        <pc:sldMkLst>
          <pc:docMk/>
          <pc:sldMk cId="4259267947" sldId="260"/>
        </pc:sldMkLst>
        <pc:spChg chg="mod">
          <ac:chgData name="Upadhyaya, Pratheek Shankaranarayana" userId="d86132f3-b278-41c2-8c29-98b709d334a7" providerId="ADAL" clId="{DDAB53BA-B032-41C5-92E3-EDD9AFA2ACC7}" dt="2025-10-07T15:29:20.434" v="751" actId="14100"/>
          <ac:spMkLst>
            <pc:docMk/>
            <pc:sldMk cId="4259267947" sldId="260"/>
            <ac:spMk id="2" creationId="{BBDDC83D-AE1C-D783-B072-B08E3A3A636E}"/>
          </ac:spMkLst>
        </pc:spChg>
        <pc:spChg chg="mod">
          <ac:chgData name="Upadhyaya, Pratheek Shankaranarayana" userId="d86132f3-b278-41c2-8c29-98b709d334a7" providerId="ADAL" clId="{DDAB53BA-B032-41C5-92E3-EDD9AFA2ACC7}" dt="2025-10-07T15:29:06.855" v="749" actId="20577"/>
          <ac:spMkLst>
            <pc:docMk/>
            <pc:sldMk cId="4259267947" sldId="260"/>
            <ac:spMk id="3" creationId="{696E1662-9859-EC31-214A-1E58415A6FFC}"/>
          </ac:spMkLst>
        </pc:spChg>
        <pc:spChg chg="add">
          <ac:chgData name="Upadhyaya, Pratheek Shankaranarayana" userId="d86132f3-b278-41c2-8c29-98b709d334a7" providerId="ADAL" clId="{DDAB53BA-B032-41C5-92E3-EDD9AFA2ACC7}" dt="2025-10-07T15:28:10.816" v="704" actId="26606"/>
          <ac:spMkLst>
            <pc:docMk/>
            <pc:sldMk cId="4259267947" sldId="260"/>
            <ac:spMk id="10" creationId="{743AA782-23D1-4521-8CAD-47662984AA08}"/>
          </ac:spMkLst>
        </pc:spChg>
        <pc:spChg chg="add">
          <ac:chgData name="Upadhyaya, Pratheek Shankaranarayana" userId="d86132f3-b278-41c2-8c29-98b709d334a7" providerId="ADAL" clId="{DDAB53BA-B032-41C5-92E3-EDD9AFA2ACC7}" dt="2025-10-07T15:28:10.816" v="704" actId="26606"/>
          <ac:spMkLst>
            <pc:docMk/>
            <pc:sldMk cId="4259267947" sldId="260"/>
            <ac:spMk id="12" creationId="{650D18FE-0824-4A46-B22C-A86B52E5780A}"/>
          </ac:spMkLst>
        </pc:spChg>
        <pc:picChg chg="add mod">
          <ac:chgData name="Upadhyaya, Pratheek Shankaranarayana" userId="d86132f3-b278-41c2-8c29-98b709d334a7" providerId="ADAL" clId="{DDAB53BA-B032-41C5-92E3-EDD9AFA2ACC7}" dt="2025-10-07T15:46:57.849" v="990" actId="1076"/>
          <ac:picMkLst>
            <pc:docMk/>
            <pc:sldMk cId="4259267947" sldId="260"/>
            <ac:picMk id="5" creationId="{859EBC2A-EDEF-8DDD-CD16-1EB14057A347}"/>
          </ac:picMkLst>
        </pc:picChg>
      </pc:sldChg>
      <pc:sldChg chg="addSp modSp new mod">
        <pc:chgData name="Upadhyaya, Pratheek Shankaranarayana" userId="d86132f3-b278-41c2-8c29-98b709d334a7" providerId="ADAL" clId="{DDAB53BA-B032-41C5-92E3-EDD9AFA2ACC7}" dt="2025-10-07T15:39:25.466" v="989" actId="2711"/>
        <pc:sldMkLst>
          <pc:docMk/>
          <pc:sldMk cId="2930140810" sldId="261"/>
        </pc:sldMkLst>
        <pc:spChg chg="mod">
          <ac:chgData name="Upadhyaya, Pratheek Shankaranarayana" userId="d86132f3-b278-41c2-8c29-98b709d334a7" providerId="ADAL" clId="{DDAB53BA-B032-41C5-92E3-EDD9AFA2ACC7}" dt="2025-10-07T15:30:41.089" v="779" actId="20577"/>
          <ac:spMkLst>
            <pc:docMk/>
            <pc:sldMk cId="2930140810" sldId="261"/>
            <ac:spMk id="2" creationId="{2F7A579C-9B6D-E990-EDDB-526110CF9175}"/>
          </ac:spMkLst>
        </pc:spChg>
        <pc:spChg chg="mod">
          <ac:chgData name="Upadhyaya, Pratheek Shankaranarayana" userId="d86132f3-b278-41c2-8c29-98b709d334a7" providerId="ADAL" clId="{DDAB53BA-B032-41C5-92E3-EDD9AFA2ACC7}" dt="2025-10-07T15:39:25.466" v="989" actId="2711"/>
          <ac:spMkLst>
            <pc:docMk/>
            <pc:sldMk cId="2930140810" sldId="261"/>
            <ac:spMk id="3" creationId="{C8C75444-D4CA-B17A-D0BB-0D2202BC51DB}"/>
          </ac:spMkLst>
        </pc:spChg>
        <pc:picChg chg="add mod">
          <ac:chgData name="Upadhyaya, Pratheek Shankaranarayana" userId="d86132f3-b278-41c2-8c29-98b709d334a7" providerId="ADAL" clId="{DDAB53BA-B032-41C5-92E3-EDD9AFA2ACC7}" dt="2025-10-07T15:38:01.311" v="945" actId="14100"/>
          <ac:picMkLst>
            <pc:docMk/>
            <pc:sldMk cId="2930140810" sldId="261"/>
            <ac:picMk id="5" creationId="{01E4A108-8E49-5438-BBB0-6274E54CDF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9976-F2C3-E809-062C-F198B3E76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D18D6-57F5-FC4A-6F0C-DED920699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A6C48-2C5B-846E-AB97-67C062E25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12B6F-FE1B-7073-593B-145FB29B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54E56-4DE1-6EEB-7C01-4C116573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6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02AF-DE73-0034-3864-1DC7ADB8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401C5-420F-D4E6-1A0E-60BCAAE80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75187-CE3F-C303-E0E1-DD037354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9228B-8B9D-FC2C-C50C-AB00E57A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808B9-2916-198A-40BD-6CAF6F5A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2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2C35-6246-C810-8176-BECA124F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D0210-03C0-D744-D10D-DE4BDBBB6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EF1C1-C9D9-8200-C63B-388D2F19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4CA29-BED3-0F96-468C-BA1B8189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6C225-A8BA-C6BE-3FA3-544C97F6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2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62781-2D59-A8EE-4C62-A17D03BD1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EA75-C354-AB36-AF3F-3C62171F9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28FBD-41F3-645E-0A7E-3D4D1297F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4EB51-CF2E-B7A7-1A8A-1CEF26902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E811B-4705-D562-1F16-0F9413BA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93065-0063-D5CB-96A4-AA98B0EF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3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1E62-1FDA-C950-4083-0EE5B2E9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16D00-28B8-0C90-6BCD-E4BF66561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DBE50-5AD9-34AE-20BB-5A5229C71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C49D6-3C20-EEC0-D05A-BF19821F1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2F44E-6CE1-6F59-6B98-0D0401E1D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E2093F-A8DC-3733-AE5A-8C516D4C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1082E-0C72-F7E0-188A-92E79FB2B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11EF9-1E4E-9E9D-8120-C8E9ED12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D397-6843-C105-A8DB-EDDC8EE2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67334-6259-D8FE-1BD7-7BE08C44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79944-CCFE-9F12-A3E6-C9F7A465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8B127-FD53-284C-F6F0-65737B46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2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47D9F-512E-CE34-2D06-4E568F6E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DA1DF2-894B-D103-FFA6-944CEAC0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38A58-DBF0-53F6-9A2E-F58AE629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3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177E-78D5-55AB-6704-2EBFC548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4B293-744D-9C5F-7148-1BED3B1B3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15CCD-50DA-42B7-DACC-000BC0015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4F3D9-AE4D-861F-81D2-1B67ED65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DF58D-95A2-62DF-E716-47C6CE10D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5AE05-A49B-F5B8-B19E-1A6F652D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72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39008-A746-4254-604C-81872998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0AA9BD-9827-9F76-EF62-0CC2E4933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B73D8-F463-FDEA-7AA7-76276B643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5D8BF-FB97-96F5-E78D-54CF9D43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07D58-A36F-4674-B5D8-F2FFF05C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4C896-9C46-E252-93CB-3DF17F1B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6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D6B8-16E1-2C9B-3501-4B9E2465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A7FB1-1C37-C577-988E-CA91884B2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3C0E6-DAAD-00DF-D6D8-B48611C6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27211-CD78-A9D0-F98F-5A0406BA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A6600-1744-73BC-ABCF-EF826F174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7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62208-7CAA-4B10-189F-BE20B3160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2B38E-43CA-A1A2-D708-15F161533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FA4CE-8639-AF62-201A-8A497842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462D7-E120-CDFA-2645-3638611C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752DB-C727-6EA6-315E-FC47828B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0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91D99C-99BC-D330-0605-A5C9DBD3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8A340-91A6-6E91-26BD-4CF8ECA98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1E911-27B4-D6AC-EA7A-17A3B097C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DD9EB-CBDF-4B42-A85C-CBA141D8439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54B66-A92B-6789-58CB-6D7CA1040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60B78-7D58-3888-06EC-A06B08743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06678-3EDB-4B95-BB4B-B914FA89E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8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F76B4-0B2B-2380-126C-C64CB261F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53E22-66F7-2DED-A268-311990A34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latin typeface="Abadi" panose="020F0502020204030204" pitchFamily="34" charset="0"/>
              </a:rPr>
              <a:t>Windows Subsystem for Linux (WSL) Installation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361BD-A06D-33D9-E8BC-EECD789E0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9195360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Abadi" panose="020B0604020104020204" pitchFamily="34" charset="0"/>
              </a:rPr>
              <a:t>This should be done only on a machine running Windows 10/11</a:t>
            </a:r>
          </a:p>
        </p:txBody>
      </p:sp>
    </p:spTree>
    <p:extLst>
      <p:ext uri="{BB962C8B-B14F-4D97-AF65-F5344CB8AC3E}">
        <p14:creationId xmlns:p14="http://schemas.microsoft.com/office/powerpoint/2010/main" val="201804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83751-0675-5923-AF3B-35597968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Abadi" panose="020B0604020104020204" pitchFamily="34" charset="0"/>
              </a:rPr>
              <a:t>Open PowerShell Terminal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80F19-DECA-644A-9CC9-7F3A11F05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>
                <a:latin typeface="Abadi" panose="020B0604020104020204" pitchFamily="34" charset="0"/>
              </a:rPr>
              <a:t>Search for “Windows PowerShell” in the start Menu and select “Run as Administrator”.</a:t>
            </a:r>
          </a:p>
          <a:p>
            <a:endParaRPr lang="en-US" sz="2200">
              <a:latin typeface="Abadi" panose="020B06040201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A0BBAC-5996-F6F9-F1FB-340767A6E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595" y="416750"/>
            <a:ext cx="6441035" cy="6231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AB5235-A8E6-1B6A-81EF-DD10FBA0E2F4}"/>
              </a:ext>
            </a:extLst>
          </p:cNvPr>
          <p:cNvSpPr/>
          <p:nvPr/>
        </p:nvSpPr>
        <p:spPr>
          <a:xfrm>
            <a:off x="9015983" y="2916936"/>
            <a:ext cx="1299591" cy="24536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62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B76A6-C99B-21B9-AC86-2557FE802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7397496" cy="1481328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Abadi" panose="020B0604020104020204" pitchFamily="34" charset="0"/>
              </a:rPr>
              <a:t>Run WSL Install Command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FCD5-DC75-4303-9795-48D1B33C6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>
                <a:latin typeface="Abadi" panose="020B0604020104020204" pitchFamily="34" charset="0"/>
              </a:rPr>
              <a:t>To install WSL, run</a:t>
            </a:r>
          </a:p>
          <a:p>
            <a:pPr marL="0" indent="0">
              <a:buNone/>
            </a:pPr>
            <a:endParaRPr lang="en-US" sz="2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2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wsl --install.</a:t>
            </a:r>
          </a:p>
          <a:p>
            <a:pPr marL="0" indent="0">
              <a:buNone/>
            </a:pPr>
            <a:endParaRPr lang="en-US" sz="2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200">
                <a:latin typeface="Abadi" panose="020B0604020104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Once done, reboot the system.</a:t>
            </a:r>
          </a:p>
          <a:p>
            <a:pPr marL="0" indent="0">
              <a:buNone/>
            </a:pPr>
            <a:endParaRPr lang="en-US" sz="2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DD9C9F2-4617-F1C3-7771-5F6C325C6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827" y="2292536"/>
            <a:ext cx="6879287" cy="286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2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DC83D-AE1C-D783-B072-B08E3A3A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75620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Abadi" panose="020B0604020104020204" pitchFamily="34" charset="0"/>
              </a:rPr>
              <a:t>Check Ubuntu Installation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1662-9859-EC31-214A-1E58415A6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749040"/>
          </a:xfrm>
        </p:spPr>
        <p:txBody>
          <a:bodyPr anchor="t">
            <a:normAutofit/>
          </a:bodyPr>
          <a:lstStyle/>
          <a:p>
            <a:r>
              <a:rPr lang="en-US" sz="2200">
                <a:latin typeface="Abadi" panose="020B0604020104020204" pitchFamily="34" charset="0"/>
              </a:rPr>
              <a:t>Once you reboot, Ubuntu Installation should start automatically.</a:t>
            </a:r>
          </a:p>
          <a:p>
            <a:r>
              <a:rPr lang="en-US" sz="2200">
                <a:latin typeface="Abadi" panose="020B0604020104020204" pitchFamily="34" charset="0"/>
              </a:rPr>
              <a:t>If it does not, then open PowerShell in administrator mode again and run,</a:t>
            </a:r>
          </a:p>
          <a:p>
            <a:pPr marL="0" indent="0">
              <a:buNone/>
            </a:pPr>
            <a:endParaRPr lang="en-US" sz="2200" b="1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2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wsl --install -d Ubuntu</a:t>
            </a:r>
            <a:br>
              <a:rPr lang="en-US" sz="2200" b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lang="en-US" sz="2200" b="1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200">
                <a:latin typeface="Abadi" panose="020B0604020104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Set your username and password</a:t>
            </a:r>
          </a:p>
          <a:p>
            <a:endParaRPr lang="en-US" sz="2200"/>
          </a:p>
          <a:p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859EBC2A-EDEF-8DDD-CD16-1EB14057A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24" y="3282996"/>
            <a:ext cx="6691629" cy="253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6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A579C-9B6D-E990-EDDB-526110CF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122461" cy="178308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Abadi" panose="020B0604020104020204" pitchFamily="34" charset="0"/>
              </a:rPr>
              <a:t>Verify Ubuntu Installation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75444-D4CA-B17A-D0BB-0D2202BC5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>
                <a:latin typeface="Abadi" panose="020B0604020104020204" pitchFamily="34" charset="0"/>
              </a:rPr>
              <a:t>Once done, close all the terminals.</a:t>
            </a:r>
          </a:p>
          <a:p>
            <a:r>
              <a:rPr lang="en-US" sz="2200">
                <a:latin typeface="Abadi" panose="020B0604020104020204" pitchFamily="34" charset="0"/>
              </a:rPr>
              <a:t>In the start menu, search for ubuntu and open it.</a:t>
            </a:r>
          </a:p>
          <a:p>
            <a:r>
              <a:rPr lang="en-US" sz="2200">
                <a:latin typeface="Abadi" panose="020B0604020104020204" pitchFamily="34" charset="0"/>
              </a:rPr>
              <a:t>Once the ubuntu terminal opens run,</a:t>
            </a:r>
          </a:p>
          <a:p>
            <a:endParaRPr lang="en-US" sz="2200"/>
          </a:p>
          <a:p>
            <a:pPr marL="0" indent="0">
              <a:buNone/>
            </a:pPr>
            <a:r>
              <a:rPr lang="en-US" sz="22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lsb_release –a</a:t>
            </a:r>
          </a:p>
          <a:p>
            <a:pPr marL="0" indent="0">
              <a:buNone/>
            </a:pPr>
            <a:endParaRPr lang="en-US" sz="22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200">
                <a:latin typeface="Abadi" panose="020B0604020104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You should see Ubuntu 24.04.3 LTS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C218A1-757A-E050-90F2-F33C7761B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349" y="166149"/>
            <a:ext cx="4717836" cy="4305025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1E4A108-8E49-5438-BBB0-6274E54CD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066" y="4778288"/>
            <a:ext cx="5254023" cy="200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4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Windows Subsystem for Linux (WSL) Installation</vt:lpstr>
      <vt:lpstr>Open PowerShell Terminal</vt:lpstr>
      <vt:lpstr>Run WSL Install Command</vt:lpstr>
      <vt:lpstr>Check Ubuntu Installation</vt:lpstr>
      <vt:lpstr>Verify Ubuntu Installation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Upadhyaya, Pratheek Shankaranarayana</dc:creator>
  <cp:revision>1</cp:revision>
  <dcterms:created xsi:type="dcterms:W3CDTF">2025-10-07T14:44:15Z</dcterms:created>
  <dcterms:modified xsi:type="dcterms:W3CDTF">2025-10-07T15:47:26Z</dcterms:modified>
</cp:coreProperties>
</file>