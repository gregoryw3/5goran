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2" r:id="rId5"/>
    <p:sldId id="263" r:id="rId6"/>
    <p:sldId id="261" r:id="rId7"/>
    <p:sldId id="265" r:id="rId8"/>
    <p:sldId id="267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9" r:id="rId17"/>
    <p:sldId id="280" r:id="rId18"/>
    <p:sldId id="287" r:id="rId19"/>
    <p:sldId id="28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B46740-8CCC-4053-9232-5A8354E85824}">
          <p14:sldIdLst>
            <p14:sldId id="262"/>
            <p14:sldId id="263"/>
            <p14:sldId id="261"/>
            <p14:sldId id="265"/>
            <p14:sldId id="267"/>
            <p14:sldId id="264"/>
            <p14:sldId id="266"/>
            <p14:sldId id="268"/>
            <p14:sldId id="269"/>
            <p14:sldId id="270"/>
            <p14:sldId id="271"/>
            <p14:sldId id="272"/>
          </p14:sldIdLst>
        </p14:section>
        <p14:section name="Example E2 Messages" id="{563C274B-7082-431B-8938-CAC812752017}">
          <p14:sldIdLst>
            <p14:sldId id="279"/>
            <p14:sldId id="280"/>
            <p14:sldId id="287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0CFF6A-1D40-4487-8953-E098047A2A05}" v="35" dt="2024-08-07T19:39:23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adhyaya, Pratheek Shankaranarayana" userId="d86132f3-b278-41c2-8c29-98b709d334a7" providerId="ADAL" clId="{BEF58F38-EBB2-4CB9-BA4E-41713EA7B0D2}"/>
    <pc:docChg chg="addSld modSld addSection modSection">
      <pc:chgData name="Upadhyaya, Pratheek Shankaranarayana" userId="d86132f3-b278-41c2-8c29-98b709d334a7" providerId="ADAL" clId="{BEF58F38-EBB2-4CB9-BA4E-41713EA7B0D2}" dt="2024-02-13T23:03:18.909" v="4"/>
      <pc:docMkLst>
        <pc:docMk/>
      </pc:docMkLst>
      <pc:sldChg chg="add">
        <pc:chgData name="Upadhyaya, Pratheek Shankaranarayana" userId="d86132f3-b278-41c2-8c29-98b709d334a7" providerId="ADAL" clId="{BEF58F38-EBB2-4CB9-BA4E-41713EA7B0D2}" dt="2024-02-13T23:03:18.909" v="4"/>
        <pc:sldMkLst>
          <pc:docMk/>
          <pc:sldMk cId="2462849265" sldId="279"/>
        </pc:sldMkLst>
      </pc:sldChg>
      <pc:sldChg chg="add">
        <pc:chgData name="Upadhyaya, Pratheek Shankaranarayana" userId="d86132f3-b278-41c2-8c29-98b709d334a7" providerId="ADAL" clId="{BEF58F38-EBB2-4CB9-BA4E-41713EA7B0D2}" dt="2024-02-13T23:03:18.909" v="4"/>
        <pc:sldMkLst>
          <pc:docMk/>
          <pc:sldMk cId="2949500483" sldId="280"/>
        </pc:sldMkLst>
      </pc:sldChg>
      <pc:sldChg chg="delSp add setBg delDesignElem">
        <pc:chgData name="Upadhyaya, Pratheek Shankaranarayana" userId="d86132f3-b278-41c2-8c29-98b709d334a7" providerId="ADAL" clId="{BEF58F38-EBB2-4CB9-BA4E-41713EA7B0D2}" dt="2024-02-13T23:03:18.909" v="4"/>
        <pc:sldMkLst>
          <pc:docMk/>
          <pc:sldMk cId="2811616743" sldId="286"/>
        </pc:sldMkLst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11" creationId="{904DB13E-F722-4ED6-BB00-556651E95281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12" creationId="{1E8D93C5-28EB-42D0-86CE-D804955653CC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13" creationId="{AB1B1E7D-F76D-4744-AF85-239E6998A4C5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15" creationId="{3BB65211-00DB-45B6-A223-033B2D19CBE8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19" creationId="{EA4E4267-CAF0-4C38-8DC6-CD3B1A9F046E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21" creationId="{0EE3ACC5-126D-4BA4-8B45-7F0B5B839C51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26" creationId="{AB2868F7-FE10-4289-A5BD-90763C7A2F5A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28" creationId="{BD94142C-10EE-487C-A327-404FDF358F22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30" creationId="{5F7FAC2D-7A74-4939-A917-A1A5AF935685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2811616743" sldId="286"/>
            <ac:spMk id="32" creationId="{BA53A868-C420-4BAE-9244-EC162AF05CFC}"/>
          </ac:spMkLst>
        </pc:spChg>
        <pc:grpChg chg="del">
          <ac:chgData name="Upadhyaya, Pratheek Shankaranarayana" userId="d86132f3-b278-41c2-8c29-98b709d334a7" providerId="ADAL" clId="{BEF58F38-EBB2-4CB9-BA4E-41713EA7B0D2}" dt="2024-02-13T23:03:18.909" v="4"/>
          <ac:grpSpMkLst>
            <pc:docMk/>
            <pc:sldMk cId="2811616743" sldId="286"/>
            <ac:grpSpMk id="17" creationId="{E26428D7-C6F3-473D-A360-A3F5C3E8728C}"/>
          </ac:grpSpMkLst>
        </pc:grpChg>
        <pc:cxnChg chg="del">
          <ac:chgData name="Upadhyaya, Pratheek Shankaranarayana" userId="d86132f3-b278-41c2-8c29-98b709d334a7" providerId="ADAL" clId="{BEF58F38-EBB2-4CB9-BA4E-41713EA7B0D2}" dt="2024-02-13T23:03:18.909" v="4"/>
          <ac:cxnSpMkLst>
            <pc:docMk/>
            <pc:sldMk cId="2811616743" sldId="286"/>
            <ac:cxnSpMk id="39" creationId="{C2686EF3-81CC-419F-96C3-002A75880309}"/>
          </ac:cxnSpMkLst>
        </pc:cxnChg>
        <pc:cxnChg chg="del">
          <ac:chgData name="Upadhyaya, Pratheek Shankaranarayana" userId="d86132f3-b278-41c2-8c29-98b709d334a7" providerId="ADAL" clId="{BEF58F38-EBB2-4CB9-BA4E-41713EA7B0D2}" dt="2024-02-13T23:03:18.909" v="4"/>
          <ac:cxnSpMkLst>
            <pc:docMk/>
            <pc:sldMk cId="2811616743" sldId="286"/>
            <ac:cxnSpMk id="41" creationId="{F8D93CCA-A85E-4529-A6F0-8BB54D27BCD1}"/>
          </ac:cxnSpMkLst>
        </pc:cxnChg>
        <pc:cxnChg chg="del">
          <ac:chgData name="Upadhyaya, Pratheek Shankaranarayana" userId="d86132f3-b278-41c2-8c29-98b709d334a7" providerId="ADAL" clId="{BEF58F38-EBB2-4CB9-BA4E-41713EA7B0D2}" dt="2024-02-13T23:03:18.909" v="4"/>
          <ac:cxnSpMkLst>
            <pc:docMk/>
            <pc:sldMk cId="2811616743" sldId="286"/>
            <ac:cxnSpMk id="43" creationId="{1ECFA516-C18C-41AE-AFF2-A0D0A59C9E90}"/>
          </ac:cxnSpMkLst>
        </pc:cxnChg>
      </pc:sldChg>
      <pc:sldChg chg="delSp add setBg delDesignElem">
        <pc:chgData name="Upadhyaya, Pratheek Shankaranarayana" userId="d86132f3-b278-41c2-8c29-98b709d334a7" providerId="ADAL" clId="{BEF58F38-EBB2-4CB9-BA4E-41713EA7B0D2}" dt="2024-02-13T23:03:18.909" v="4"/>
        <pc:sldMkLst>
          <pc:docMk/>
          <pc:sldMk cId="4176341271" sldId="287"/>
        </pc:sldMkLst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10" creationId="{904DB13E-F722-4ED6-BB00-556651E95281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12" creationId="{1E8D93C5-28EB-42D0-86CE-D804955653CC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14" creationId="{AB1B1E7D-F76D-4744-AF85-239E6998A4C5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16" creationId="{3BB65211-00DB-45B6-A223-033B2D19CBE8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23" creationId="{EA4E4267-CAF0-4C38-8DC6-CD3B1A9F046E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25" creationId="{0EE3ACC5-126D-4BA4-8B45-7F0B5B839C51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27" creationId="{AB2868F7-FE10-4289-A5BD-90763C7A2F5A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29" creationId="{BD94142C-10EE-487C-A327-404FDF358F22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31" creationId="{5F7FAC2D-7A74-4939-A917-A1A5AF935685}"/>
          </ac:spMkLst>
        </pc:spChg>
        <pc:spChg chg="del">
          <ac:chgData name="Upadhyaya, Pratheek Shankaranarayana" userId="d86132f3-b278-41c2-8c29-98b709d334a7" providerId="ADAL" clId="{BEF58F38-EBB2-4CB9-BA4E-41713EA7B0D2}" dt="2024-02-13T23:03:18.909" v="4"/>
          <ac:spMkLst>
            <pc:docMk/>
            <pc:sldMk cId="4176341271" sldId="287"/>
            <ac:spMk id="33" creationId="{BA53A868-C420-4BAE-9244-EC162AF05CFC}"/>
          </ac:spMkLst>
        </pc:spChg>
        <pc:grpChg chg="del">
          <ac:chgData name="Upadhyaya, Pratheek Shankaranarayana" userId="d86132f3-b278-41c2-8c29-98b709d334a7" providerId="ADAL" clId="{BEF58F38-EBB2-4CB9-BA4E-41713EA7B0D2}" dt="2024-02-13T23:03:18.909" v="4"/>
          <ac:grpSpMkLst>
            <pc:docMk/>
            <pc:sldMk cId="4176341271" sldId="287"/>
            <ac:grpSpMk id="18" creationId="{E26428D7-C6F3-473D-A360-A3F5C3E8728C}"/>
          </ac:grpSpMkLst>
        </pc:grpChg>
        <pc:cxnChg chg="del">
          <ac:chgData name="Upadhyaya, Pratheek Shankaranarayana" userId="d86132f3-b278-41c2-8c29-98b709d334a7" providerId="ADAL" clId="{BEF58F38-EBB2-4CB9-BA4E-41713EA7B0D2}" dt="2024-02-13T23:03:18.909" v="4"/>
          <ac:cxnSpMkLst>
            <pc:docMk/>
            <pc:sldMk cId="4176341271" sldId="287"/>
            <ac:cxnSpMk id="35" creationId="{C2686EF3-81CC-419F-96C3-002A75880309}"/>
          </ac:cxnSpMkLst>
        </pc:cxnChg>
        <pc:cxnChg chg="del">
          <ac:chgData name="Upadhyaya, Pratheek Shankaranarayana" userId="d86132f3-b278-41c2-8c29-98b709d334a7" providerId="ADAL" clId="{BEF58F38-EBB2-4CB9-BA4E-41713EA7B0D2}" dt="2024-02-13T23:03:18.909" v="4"/>
          <ac:cxnSpMkLst>
            <pc:docMk/>
            <pc:sldMk cId="4176341271" sldId="287"/>
            <ac:cxnSpMk id="37" creationId="{F8D93CCA-A85E-4529-A6F0-8BB54D27BCD1}"/>
          </ac:cxnSpMkLst>
        </pc:cxnChg>
        <pc:cxnChg chg="del">
          <ac:chgData name="Upadhyaya, Pratheek Shankaranarayana" userId="d86132f3-b278-41c2-8c29-98b709d334a7" providerId="ADAL" clId="{BEF58F38-EBB2-4CB9-BA4E-41713EA7B0D2}" dt="2024-02-13T23:03:18.909" v="4"/>
          <ac:cxnSpMkLst>
            <pc:docMk/>
            <pc:sldMk cId="4176341271" sldId="287"/>
            <ac:cxnSpMk id="39" creationId="{1ECFA516-C18C-41AE-AFF2-A0D0A59C9E90}"/>
          </ac:cxnSpMkLst>
        </pc:cxnChg>
      </pc:sldChg>
    </pc:docChg>
  </pc:docChgLst>
  <pc:docChgLst>
    <pc:chgData name="Upadhyaya, Pratheek Shankaranarayana" userId="d86132f3-b278-41c2-8c29-98b709d334a7" providerId="ADAL" clId="{92339289-F143-409A-BBE4-F44C8DC0D087}"/>
    <pc:docChg chg="undo custSel addSld delSld modSld sldOrd delMainMaster">
      <pc:chgData name="Upadhyaya, Pratheek Shankaranarayana" userId="d86132f3-b278-41c2-8c29-98b709d334a7" providerId="ADAL" clId="{92339289-F143-409A-BBE4-F44C8DC0D087}" dt="2023-10-05T17:56:29.437" v="6597" actId="1076"/>
      <pc:docMkLst>
        <pc:docMk/>
      </pc:docMkLst>
      <pc:sldChg chg="addSp delSp modSp del mod setBg addAnim delAnim setClrOvrMap">
        <pc:chgData name="Upadhyaya, Pratheek Shankaranarayana" userId="d86132f3-b278-41c2-8c29-98b709d334a7" providerId="ADAL" clId="{92339289-F143-409A-BBE4-F44C8DC0D087}" dt="2023-10-05T13:56:07.558" v="1172" actId="47"/>
        <pc:sldMkLst>
          <pc:docMk/>
          <pc:sldMk cId="147196755" sldId="256"/>
        </pc:sldMkLst>
        <pc:spChg chg="mod">
          <ac:chgData name="Upadhyaya, Pratheek Shankaranarayana" userId="d86132f3-b278-41c2-8c29-98b709d334a7" providerId="ADAL" clId="{92339289-F143-409A-BBE4-F44C8DC0D087}" dt="2023-10-05T13:55:38.370" v="1167" actId="21"/>
          <ac:spMkLst>
            <pc:docMk/>
            <pc:sldMk cId="147196755" sldId="256"/>
            <ac:spMk id="2" creationId="{27D8CF0C-71DE-3F75-9BC3-9E0D09C59922}"/>
          </ac:spMkLst>
        </pc:spChg>
        <pc:spChg chg="mod">
          <ac:chgData name="Upadhyaya, Pratheek Shankaranarayana" userId="d86132f3-b278-41c2-8c29-98b709d334a7" providerId="ADAL" clId="{92339289-F143-409A-BBE4-F44C8DC0D087}" dt="2023-10-03T17:36:53.978" v="76" actId="26606"/>
          <ac:spMkLst>
            <pc:docMk/>
            <pc:sldMk cId="147196755" sldId="256"/>
            <ac:spMk id="3" creationId="{51A1F9C7-694A-E0CF-DC7C-687EBDB5A842}"/>
          </ac:spMkLst>
        </pc:spChg>
        <pc:spChg chg="add del">
          <ac:chgData name="Upadhyaya, Pratheek Shankaranarayana" userId="d86132f3-b278-41c2-8c29-98b709d334a7" providerId="ADAL" clId="{92339289-F143-409A-BBE4-F44C8DC0D087}" dt="2023-10-03T17:34:02.218" v="1" actId="26606"/>
          <ac:spMkLst>
            <pc:docMk/>
            <pc:sldMk cId="147196755" sldId="256"/>
            <ac:spMk id="8" creationId="{934F1179-B481-4F9E-BCA3-AFB972070F83}"/>
          </ac:spMkLst>
        </pc:spChg>
        <pc:spChg chg="add del">
          <ac:chgData name="Upadhyaya, Pratheek Shankaranarayana" userId="d86132f3-b278-41c2-8c29-98b709d334a7" providerId="ADAL" clId="{92339289-F143-409A-BBE4-F44C8DC0D087}" dt="2023-10-03T17:34:11.250" v="5" actId="26606"/>
          <ac:spMkLst>
            <pc:docMk/>
            <pc:sldMk cId="147196755" sldId="256"/>
            <ac:spMk id="9" creationId="{E91DC736-0EF8-4F87-9146-EBF1D2EE4D3D}"/>
          </ac:spMkLst>
        </pc:spChg>
        <pc:spChg chg="add del">
          <ac:chgData name="Upadhyaya, Pratheek Shankaranarayana" userId="d86132f3-b278-41c2-8c29-98b709d334a7" providerId="ADAL" clId="{92339289-F143-409A-BBE4-F44C8DC0D087}" dt="2023-10-03T17:34:02.218" v="1" actId="26606"/>
          <ac:spMkLst>
            <pc:docMk/>
            <pc:sldMk cId="147196755" sldId="256"/>
            <ac:spMk id="10" creationId="{827DC2C4-B485-428A-BF4A-472D2967F47F}"/>
          </ac:spMkLst>
        </pc:spChg>
        <pc:spChg chg="add del">
          <ac:chgData name="Upadhyaya, Pratheek Shankaranarayana" userId="d86132f3-b278-41c2-8c29-98b709d334a7" providerId="ADAL" clId="{92339289-F143-409A-BBE4-F44C8DC0D087}" dt="2023-10-03T17:34:11.250" v="5" actId="26606"/>
          <ac:spMkLst>
            <pc:docMk/>
            <pc:sldMk cId="147196755" sldId="256"/>
            <ac:spMk id="11" creationId="{097CD68E-23E3-4007-8847-CD0944C4F7BE}"/>
          </ac:spMkLst>
        </pc:spChg>
        <pc:spChg chg="add del">
          <ac:chgData name="Upadhyaya, Pratheek Shankaranarayana" userId="d86132f3-b278-41c2-8c29-98b709d334a7" providerId="ADAL" clId="{92339289-F143-409A-BBE4-F44C8DC0D087}" dt="2023-10-03T17:34:02.218" v="1" actId="26606"/>
          <ac:spMkLst>
            <pc:docMk/>
            <pc:sldMk cId="147196755" sldId="256"/>
            <ac:spMk id="12" creationId="{EE04B5EB-F158-4507-90DD-BD23620C7CC9}"/>
          </ac:spMkLst>
        </pc:spChg>
        <pc:spChg chg="add del">
          <ac:chgData name="Upadhyaya, Pratheek Shankaranarayana" userId="d86132f3-b278-41c2-8c29-98b709d334a7" providerId="ADAL" clId="{92339289-F143-409A-BBE4-F44C8DC0D087}" dt="2023-10-03T17:34:11.250" v="5" actId="26606"/>
          <ac:spMkLst>
            <pc:docMk/>
            <pc:sldMk cId="147196755" sldId="256"/>
            <ac:spMk id="13" creationId="{AF2F604E-43BE-4DC3-B983-E071523364F8}"/>
          </ac:spMkLst>
        </pc:spChg>
        <pc:spChg chg="add del">
          <ac:chgData name="Upadhyaya, Pratheek Shankaranarayana" userId="d86132f3-b278-41c2-8c29-98b709d334a7" providerId="ADAL" clId="{92339289-F143-409A-BBE4-F44C8DC0D087}" dt="2023-10-03T17:34:11.250" v="5" actId="26606"/>
          <ac:spMkLst>
            <pc:docMk/>
            <pc:sldMk cId="147196755" sldId="256"/>
            <ac:spMk id="15" creationId="{08C9B587-E65E-4B52-B37C-ABEBB6E87928}"/>
          </ac:spMkLst>
        </pc:spChg>
        <pc:spChg chg="add del">
          <ac:chgData name="Upadhyaya, Pratheek Shankaranarayana" userId="d86132f3-b278-41c2-8c29-98b709d334a7" providerId="ADAL" clId="{92339289-F143-409A-BBE4-F44C8DC0D087}" dt="2023-10-03T17:34:58.654" v="53" actId="26606"/>
          <ac:spMkLst>
            <pc:docMk/>
            <pc:sldMk cId="147196755" sldId="256"/>
            <ac:spMk id="17" creationId="{06DA9DF9-31F7-4056-B42E-878CC92417B8}"/>
          </ac:spMkLst>
        </pc:spChg>
        <pc:spChg chg="add del">
          <ac:chgData name="Upadhyaya, Pratheek Shankaranarayana" userId="d86132f3-b278-41c2-8c29-98b709d334a7" providerId="ADAL" clId="{92339289-F143-409A-BBE4-F44C8DC0D087}" dt="2023-10-03T17:36:05.501" v="71" actId="26606"/>
          <ac:spMkLst>
            <pc:docMk/>
            <pc:sldMk cId="147196755" sldId="256"/>
            <ac:spMk id="23" creationId="{ECC07320-C2CA-4E29-8481-9D9E143C7788}"/>
          </ac:spMkLst>
        </pc:spChg>
        <pc:spChg chg="add del">
          <ac:chgData name="Upadhyaya, Pratheek Shankaranarayana" userId="d86132f3-b278-41c2-8c29-98b709d334a7" providerId="ADAL" clId="{92339289-F143-409A-BBE4-F44C8DC0D087}" dt="2023-10-03T17:36:05.501" v="71" actId="26606"/>
          <ac:spMkLst>
            <pc:docMk/>
            <pc:sldMk cId="147196755" sldId="256"/>
            <ac:spMk id="25" creationId="{178FB36B-5BFE-42CA-BC60-1115E0D95EEC}"/>
          </ac:spMkLst>
        </pc:spChg>
        <pc:spChg chg="add del">
          <ac:chgData name="Upadhyaya, Pratheek Shankaranarayana" userId="d86132f3-b278-41c2-8c29-98b709d334a7" providerId="ADAL" clId="{92339289-F143-409A-BBE4-F44C8DC0D087}" dt="2023-10-03T17:35:45.078" v="64" actId="26606"/>
          <ac:spMkLst>
            <pc:docMk/>
            <pc:sldMk cId="147196755" sldId="256"/>
            <ac:spMk id="28" creationId="{0E30439A-8A5B-46EC-8283-9B6B031D40D0}"/>
          </ac:spMkLst>
        </pc:spChg>
        <pc:spChg chg="add del">
          <ac:chgData name="Upadhyaya, Pratheek Shankaranarayana" userId="d86132f3-b278-41c2-8c29-98b709d334a7" providerId="ADAL" clId="{92339289-F143-409A-BBE4-F44C8DC0D087}" dt="2023-10-03T17:35:30.513" v="60" actId="26606"/>
          <ac:spMkLst>
            <pc:docMk/>
            <pc:sldMk cId="147196755" sldId="256"/>
            <ac:spMk id="30" creationId="{35F60170-91B4-45F0-B88B-9C07AEC4642C}"/>
          </ac:spMkLst>
        </pc:spChg>
        <pc:spChg chg="add del">
          <ac:chgData name="Upadhyaya, Pratheek Shankaranarayana" userId="d86132f3-b278-41c2-8c29-98b709d334a7" providerId="ADAL" clId="{92339289-F143-409A-BBE4-F44C8DC0D087}" dt="2023-10-03T17:35:23.907" v="58" actId="26606"/>
          <ac:spMkLst>
            <pc:docMk/>
            <pc:sldMk cId="147196755" sldId="256"/>
            <ac:spMk id="31" creationId="{4D60F200-5EB0-B223-2439-C96C67F0FEE1}"/>
          </ac:spMkLst>
        </pc:spChg>
        <pc:spChg chg="add del">
          <ac:chgData name="Upadhyaya, Pratheek Shankaranarayana" userId="d86132f3-b278-41c2-8c29-98b709d334a7" providerId="ADAL" clId="{92339289-F143-409A-BBE4-F44C8DC0D087}" dt="2023-10-03T17:35:30.513" v="60" actId="26606"/>
          <ac:spMkLst>
            <pc:docMk/>
            <pc:sldMk cId="147196755" sldId="256"/>
            <ac:spMk id="32" creationId="{2C7D7C94-41C0-4614-8A18-941174D4D2AF}"/>
          </ac:spMkLst>
        </pc:spChg>
        <pc:spChg chg="add del">
          <ac:chgData name="Upadhyaya, Pratheek Shankaranarayana" userId="d86132f3-b278-41c2-8c29-98b709d334a7" providerId="ADAL" clId="{92339289-F143-409A-BBE4-F44C8DC0D087}" dt="2023-10-03T17:35:23.907" v="58" actId="26606"/>
          <ac:spMkLst>
            <pc:docMk/>
            <pc:sldMk cId="147196755" sldId="256"/>
            <ac:spMk id="33" creationId="{1740453C-744F-DB3A-47EC-15EACE1DC117}"/>
          </ac:spMkLst>
        </pc:spChg>
        <pc:spChg chg="add del">
          <ac:chgData name="Upadhyaya, Pratheek Shankaranarayana" userId="d86132f3-b278-41c2-8c29-98b709d334a7" providerId="ADAL" clId="{92339289-F143-409A-BBE4-F44C8DC0D087}" dt="2023-10-03T17:35:23.907" v="58" actId="26606"/>
          <ac:spMkLst>
            <pc:docMk/>
            <pc:sldMk cId="147196755" sldId="256"/>
            <ac:spMk id="35" creationId="{962A8E1D-90CD-2726-B97D-80BFB6059E69}"/>
          </ac:spMkLst>
        </pc:spChg>
        <pc:spChg chg="add del">
          <ac:chgData name="Upadhyaya, Pratheek Shankaranarayana" userId="d86132f3-b278-41c2-8c29-98b709d334a7" providerId="ADAL" clId="{92339289-F143-409A-BBE4-F44C8DC0D087}" dt="2023-10-03T17:35:23.907" v="58" actId="26606"/>
          <ac:spMkLst>
            <pc:docMk/>
            <pc:sldMk cId="147196755" sldId="256"/>
            <ac:spMk id="37" creationId="{C05A64E8-8A7E-1885-80C2-5065AD83514C}"/>
          </ac:spMkLst>
        </pc:spChg>
        <pc:spChg chg="add del">
          <ac:chgData name="Upadhyaya, Pratheek Shankaranarayana" userId="d86132f3-b278-41c2-8c29-98b709d334a7" providerId="ADAL" clId="{92339289-F143-409A-BBE4-F44C8DC0D087}" dt="2023-10-03T17:35:23.907" v="58" actId="26606"/>
          <ac:spMkLst>
            <pc:docMk/>
            <pc:sldMk cId="147196755" sldId="256"/>
            <ac:spMk id="39" creationId="{53E0A22C-11F5-81F7-047B-8B2857170B9B}"/>
          </ac:spMkLst>
        </pc:spChg>
        <pc:spChg chg="add del">
          <ac:chgData name="Upadhyaya, Pratheek Shankaranarayana" userId="d86132f3-b278-41c2-8c29-98b709d334a7" providerId="ADAL" clId="{92339289-F143-409A-BBE4-F44C8DC0D087}" dt="2023-10-03T17:35:45.078" v="64" actId="26606"/>
          <ac:spMkLst>
            <pc:docMk/>
            <pc:sldMk cId="147196755" sldId="256"/>
            <ac:spMk id="40" creationId="{8C516CC8-80AC-446C-A56E-9F54B7210402}"/>
          </ac:spMkLst>
        </pc:spChg>
        <pc:spChg chg="add del">
          <ac:chgData name="Upadhyaya, Pratheek Shankaranarayana" userId="d86132f3-b278-41c2-8c29-98b709d334a7" providerId="ADAL" clId="{92339289-F143-409A-BBE4-F44C8DC0D087}" dt="2023-10-03T17:35:23.907" v="58" actId="26606"/>
          <ac:spMkLst>
            <pc:docMk/>
            <pc:sldMk cId="147196755" sldId="256"/>
            <ac:spMk id="41" creationId="{FEFBFA78-9360-1E01-5448-6D5AE0A32601}"/>
          </ac:spMkLst>
        </pc:spChg>
        <pc:spChg chg="add del">
          <ac:chgData name="Upadhyaya, Pratheek Shankaranarayana" userId="d86132f3-b278-41c2-8c29-98b709d334a7" providerId="ADAL" clId="{92339289-F143-409A-BBE4-F44C8DC0D087}" dt="2023-10-03T17:35:36.506" v="62" actId="26606"/>
          <ac:spMkLst>
            <pc:docMk/>
            <pc:sldMk cId="147196755" sldId="256"/>
            <ac:spMk id="42" creationId="{50D1D739-EDC4-4BE6-A073-9B157E1F9069}"/>
          </ac:spMkLst>
        </pc:spChg>
        <pc:spChg chg="add del">
          <ac:chgData name="Upadhyaya, Pratheek Shankaranarayana" userId="d86132f3-b278-41c2-8c29-98b709d334a7" providerId="ADAL" clId="{92339289-F143-409A-BBE4-F44C8DC0D087}" dt="2023-10-03T17:35:23.907" v="58" actId="26606"/>
          <ac:spMkLst>
            <pc:docMk/>
            <pc:sldMk cId="147196755" sldId="256"/>
            <ac:spMk id="43" creationId="{01EB5855-8EB7-1AE5-9030-5D0AA3C1AF4B}"/>
          </ac:spMkLst>
        </pc:spChg>
        <pc:spChg chg="add del">
          <ac:chgData name="Upadhyaya, Pratheek Shankaranarayana" userId="d86132f3-b278-41c2-8c29-98b709d334a7" providerId="ADAL" clId="{92339289-F143-409A-BBE4-F44C8DC0D087}" dt="2023-10-03T17:35:36.506" v="62" actId="26606"/>
          <ac:spMkLst>
            <pc:docMk/>
            <pc:sldMk cId="147196755" sldId="256"/>
            <ac:spMk id="44" creationId="{6CDD35A4-E546-4AF3-A8B9-AC24C5C9FA70}"/>
          </ac:spMkLst>
        </pc:spChg>
        <pc:spChg chg="add del">
          <ac:chgData name="Upadhyaya, Pratheek Shankaranarayana" userId="d86132f3-b278-41c2-8c29-98b709d334a7" providerId="ADAL" clId="{92339289-F143-409A-BBE4-F44C8DC0D087}" dt="2023-10-03T17:35:45.078" v="64" actId="26606"/>
          <ac:spMkLst>
            <pc:docMk/>
            <pc:sldMk cId="147196755" sldId="256"/>
            <ac:spMk id="45" creationId="{5CEAD642-85CF-4750-8432-7C80C901F001}"/>
          </ac:spMkLst>
        </pc:spChg>
        <pc:spChg chg="add del">
          <ac:chgData name="Upadhyaya, Pratheek Shankaranarayana" userId="d86132f3-b278-41c2-8c29-98b709d334a7" providerId="ADAL" clId="{92339289-F143-409A-BBE4-F44C8DC0D087}" dt="2023-10-03T17:35:45.078" v="64" actId="26606"/>
          <ac:spMkLst>
            <pc:docMk/>
            <pc:sldMk cId="147196755" sldId="256"/>
            <ac:spMk id="46" creationId="{FA33EEAE-15D5-4119-8C1E-89D943F911EF}"/>
          </ac:spMkLst>
        </pc:spChg>
        <pc:spChg chg="add del">
          <ac:chgData name="Upadhyaya, Pratheek Shankaranarayana" userId="d86132f3-b278-41c2-8c29-98b709d334a7" providerId="ADAL" clId="{92339289-F143-409A-BBE4-F44C8DC0D087}" dt="2023-10-03T17:35:45.078" v="64" actId="26606"/>
          <ac:spMkLst>
            <pc:docMk/>
            <pc:sldMk cId="147196755" sldId="256"/>
            <ac:spMk id="47" creationId="{730D8B3B-9B80-4025-B934-26DC7D7CD231}"/>
          </ac:spMkLst>
        </pc:spChg>
        <pc:spChg chg="add del">
          <ac:chgData name="Upadhyaya, Pratheek Shankaranarayana" userId="d86132f3-b278-41c2-8c29-98b709d334a7" providerId="ADAL" clId="{92339289-F143-409A-BBE4-F44C8DC0D087}" dt="2023-10-03T17:35:45.078" v="64" actId="26606"/>
          <ac:spMkLst>
            <pc:docMk/>
            <pc:sldMk cId="147196755" sldId="256"/>
            <ac:spMk id="48" creationId="{B5A1B09C-1565-46F8-B70F-621C5EB48A09}"/>
          </ac:spMkLst>
        </pc:spChg>
        <pc:spChg chg="add del">
          <ac:chgData name="Upadhyaya, Pratheek Shankaranarayana" userId="d86132f3-b278-41c2-8c29-98b709d334a7" providerId="ADAL" clId="{92339289-F143-409A-BBE4-F44C8DC0D087}" dt="2023-10-03T17:35:45.078" v="64" actId="26606"/>
          <ac:spMkLst>
            <pc:docMk/>
            <pc:sldMk cId="147196755" sldId="256"/>
            <ac:spMk id="49" creationId="{53947E58-F088-49F1-A3D1-DEA690192E84}"/>
          </ac:spMkLst>
        </pc:spChg>
        <pc:spChg chg="add del">
          <ac:chgData name="Upadhyaya, Pratheek Shankaranarayana" userId="d86132f3-b278-41c2-8c29-98b709d334a7" providerId="ADAL" clId="{92339289-F143-409A-BBE4-F44C8DC0D087}" dt="2023-10-03T17:35:53.896" v="66" actId="26606"/>
          <ac:spMkLst>
            <pc:docMk/>
            <pc:sldMk cId="147196755" sldId="256"/>
            <ac:spMk id="50" creationId="{9C7E0A2C-7C0A-4AAC-B3B0-6C12B2EBAE05}"/>
          </ac:spMkLst>
        </pc:spChg>
        <pc:spChg chg="add del">
          <ac:chgData name="Upadhyaya, Pratheek Shankaranarayana" userId="d86132f3-b278-41c2-8c29-98b709d334a7" providerId="ADAL" clId="{92339289-F143-409A-BBE4-F44C8DC0D087}" dt="2023-10-03T17:35:53.896" v="66" actId="26606"/>
          <ac:spMkLst>
            <pc:docMk/>
            <pc:sldMk cId="147196755" sldId="256"/>
            <ac:spMk id="51" creationId="{5EB7D2A2-F448-44D4-938C-DC84CBCB3B1E}"/>
          </ac:spMkLst>
        </pc:spChg>
        <pc:spChg chg="add del">
          <ac:chgData name="Upadhyaya, Pratheek Shankaranarayana" userId="d86132f3-b278-41c2-8c29-98b709d334a7" providerId="ADAL" clId="{92339289-F143-409A-BBE4-F44C8DC0D087}" dt="2023-10-03T17:35:53.896" v="66" actId="26606"/>
          <ac:spMkLst>
            <pc:docMk/>
            <pc:sldMk cId="147196755" sldId="256"/>
            <ac:spMk id="52" creationId="{871AEA07-1E14-44B4-8E55-64EF049CD66F}"/>
          </ac:spMkLst>
        </pc:spChg>
        <pc:spChg chg="add del">
          <ac:chgData name="Upadhyaya, Pratheek Shankaranarayana" userId="d86132f3-b278-41c2-8c29-98b709d334a7" providerId="ADAL" clId="{92339289-F143-409A-BBE4-F44C8DC0D087}" dt="2023-10-03T17:36:02.811" v="70" actId="26606"/>
          <ac:spMkLst>
            <pc:docMk/>
            <pc:sldMk cId="147196755" sldId="256"/>
            <ac:spMk id="54" creationId="{C1DD1A8A-57D5-4A81-AD04-532B043C5611}"/>
          </ac:spMkLst>
        </pc:spChg>
        <pc:spChg chg="add del">
          <ac:chgData name="Upadhyaya, Pratheek Shankaranarayana" userId="d86132f3-b278-41c2-8c29-98b709d334a7" providerId="ADAL" clId="{92339289-F143-409A-BBE4-F44C8DC0D087}" dt="2023-10-03T17:36:02.811" v="70" actId="26606"/>
          <ac:spMkLst>
            <pc:docMk/>
            <pc:sldMk cId="147196755" sldId="256"/>
            <ac:spMk id="56" creationId="{007891EC-4501-44ED-A8C8-B11B6DB767AB}"/>
          </ac:spMkLst>
        </pc:spChg>
        <pc:spChg chg="add del">
          <ac:chgData name="Upadhyaya, Pratheek Shankaranarayana" userId="d86132f3-b278-41c2-8c29-98b709d334a7" providerId="ADAL" clId="{92339289-F143-409A-BBE4-F44C8DC0D087}" dt="2023-10-03T17:36:53.978" v="76" actId="26606"/>
          <ac:spMkLst>
            <pc:docMk/>
            <pc:sldMk cId="147196755" sldId="256"/>
            <ac:spMk id="57" creationId="{A93898FF-D987-4B0E-BFB4-85F5EB356D4D}"/>
          </ac:spMkLst>
        </pc:spChg>
        <pc:spChg chg="add del">
          <ac:chgData name="Upadhyaya, Pratheek Shankaranarayana" userId="d86132f3-b278-41c2-8c29-98b709d334a7" providerId="ADAL" clId="{92339289-F143-409A-BBE4-F44C8DC0D087}" dt="2023-10-03T17:36:53.978" v="76" actId="26606"/>
          <ac:spMkLst>
            <pc:docMk/>
            <pc:sldMk cId="147196755" sldId="256"/>
            <ac:spMk id="58" creationId="{FEB84055-029C-4E86-8844-D05D96C024BC}"/>
          </ac:spMkLst>
        </pc:spChg>
        <pc:spChg chg="add del">
          <ac:chgData name="Upadhyaya, Pratheek Shankaranarayana" userId="d86132f3-b278-41c2-8c29-98b709d334a7" providerId="ADAL" clId="{92339289-F143-409A-BBE4-F44C8DC0D087}" dt="2023-10-03T17:36:53.978" v="76" actId="26606"/>
          <ac:spMkLst>
            <pc:docMk/>
            <pc:sldMk cId="147196755" sldId="256"/>
            <ac:spMk id="60" creationId="{799037F2-4CAF-446B-90DB-1480B247AA69}"/>
          </ac:spMkLst>
        </pc:spChg>
        <pc:spChg chg="add del">
          <ac:chgData name="Upadhyaya, Pratheek Shankaranarayana" userId="d86132f3-b278-41c2-8c29-98b709d334a7" providerId="ADAL" clId="{92339289-F143-409A-BBE4-F44C8DC0D087}" dt="2023-10-03T17:36:53.978" v="76" actId="26606"/>
          <ac:spMkLst>
            <pc:docMk/>
            <pc:sldMk cId="147196755" sldId="256"/>
            <ac:spMk id="61" creationId="{7128589C-AF3D-49CF-BD92-C1D1D2F5387F}"/>
          </ac:spMkLst>
        </pc:spChg>
        <pc:spChg chg="add del">
          <ac:chgData name="Upadhyaya, Pratheek Shankaranarayana" userId="d86132f3-b278-41c2-8c29-98b709d334a7" providerId="ADAL" clId="{92339289-F143-409A-BBE4-F44C8DC0D087}" dt="2023-10-03T17:36:26.755" v="74" actId="26606"/>
          <ac:spMkLst>
            <pc:docMk/>
            <pc:sldMk cId="147196755" sldId="256"/>
            <ac:spMk id="66" creationId="{C7D023E4-8DE1-436E-9847-ED6A4B4B04FD}"/>
          </ac:spMkLst>
        </pc:spChg>
        <pc:spChg chg="add del">
          <ac:chgData name="Upadhyaya, Pratheek Shankaranarayana" userId="d86132f3-b278-41c2-8c29-98b709d334a7" providerId="ADAL" clId="{92339289-F143-409A-BBE4-F44C8DC0D087}" dt="2023-10-03T17:36:53.978" v="76" actId="26606"/>
          <ac:spMkLst>
            <pc:docMk/>
            <pc:sldMk cId="147196755" sldId="256"/>
            <ac:spMk id="71" creationId="{053FB2EE-284F-4C87-AB3D-BBF87A9FAB97}"/>
          </ac:spMkLst>
        </pc:spChg>
        <pc:grpChg chg="add del">
          <ac:chgData name="Upadhyaya, Pratheek Shankaranarayana" userId="d86132f3-b278-41c2-8c29-98b709d334a7" providerId="ADAL" clId="{92339289-F143-409A-BBE4-F44C8DC0D087}" dt="2023-10-03T17:35:30.513" v="60" actId="26606"/>
          <ac:grpSpMkLst>
            <pc:docMk/>
            <pc:sldMk cId="147196755" sldId="256"/>
            <ac:grpSpMk id="38" creationId="{65B3D45F-509E-43F3-B685-A5E78AD0D820}"/>
          </ac:grpSpMkLst>
        </pc:grpChg>
        <pc:grpChg chg="add del">
          <ac:chgData name="Upadhyaya, Pratheek Shankaranarayana" userId="d86132f3-b278-41c2-8c29-98b709d334a7" providerId="ADAL" clId="{92339289-F143-409A-BBE4-F44C8DC0D087}" dt="2023-10-03T17:36:53.978" v="76" actId="26606"/>
          <ac:grpSpMkLst>
            <pc:docMk/>
            <pc:sldMk cId="147196755" sldId="256"/>
            <ac:grpSpMk id="63" creationId="{D2C4BFA1-2075-4901-9E24-E41D1FDD51FD}"/>
          </ac:grpSpMkLst>
        </pc:grpChg>
        <pc:grpChg chg="add del">
          <ac:chgData name="Upadhyaya, Pratheek Shankaranarayana" userId="d86132f3-b278-41c2-8c29-98b709d334a7" providerId="ADAL" clId="{92339289-F143-409A-BBE4-F44C8DC0D087}" dt="2023-10-03T17:36:26.755" v="74" actId="26606"/>
          <ac:grpSpMkLst>
            <pc:docMk/>
            <pc:sldMk cId="147196755" sldId="256"/>
            <ac:grpSpMk id="68" creationId="{1FEC590B-3306-47E9-BD67-97F3F76169A4}"/>
          </ac:grpSpMkLst>
        </pc:grpChg>
        <pc:grpChg chg="add del">
          <ac:chgData name="Upadhyaya, Pratheek Shankaranarayana" userId="d86132f3-b278-41c2-8c29-98b709d334a7" providerId="ADAL" clId="{92339289-F143-409A-BBE4-F44C8DC0D087}" dt="2023-10-03T17:36:26.755" v="74" actId="26606"/>
          <ac:grpSpMkLst>
            <pc:docMk/>
            <pc:sldMk cId="147196755" sldId="256"/>
            <ac:grpSpMk id="72" creationId="{A47AAF5E-1692-48C9-98FB-6432BF0BC4F7}"/>
          </ac:grpSpMkLst>
        </pc:grpChg>
        <pc:picChg chg="add del">
          <ac:chgData name="Upadhyaya, Pratheek Shankaranarayana" userId="d86132f3-b278-41c2-8c29-98b709d334a7" providerId="ADAL" clId="{92339289-F143-409A-BBE4-F44C8DC0D087}" dt="2023-10-03T17:34:11.250" v="5" actId="26606"/>
          <ac:picMkLst>
            <pc:docMk/>
            <pc:sldMk cId="147196755" sldId="256"/>
            <ac:picMk id="5" creationId="{79EEA952-2B80-ADC6-AD01-42EEA0EFE47D}"/>
          </ac:picMkLst>
        </pc:picChg>
        <pc:picChg chg="add del">
          <ac:chgData name="Upadhyaya, Pratheek Shankaranarayana" userId="d86132f3-b278-41c2-8c29-98b709d334a7" providerId="ADAL" clId="{92339289-F143-409A-BBE4-F44C8DC0D087}" dt="2023-10-03T17:34:50.159" v="51" actId="478"/>
          <ac:picMkLst>
            <pc:docMk/>
            <pc:sldMk cId="147196755" sldId="256"/>
            <ac:picMk id="18" creationId="{7CC059CE-629A-E80D-09C2-3C339174A977}"/>
          </ac:picMkLst>
        </pc:picChg>
        <pc:picChg chg="add del">
          <ac:chgData name="Upadhyaya, Pratheek Shankaranarayana" userId="d86132f3-b278-41c2-8c29-98b709d334a7" providerId="ADAL" clId="{92339289-F143-409A-BBE4-F44C8DC0D087}" dt="2023-10-03T17:35:13.739" v="56" actId="478"/>
          <ac:picMkLst>
            <pc:docMk/>
            <pc:sldMk cId="147196755" sldId="256"/>
            <ac:picMk id="19" creationId="{05FF5BD3-B676-9E65-A071-8726B205D02A}"/>
          </ac:picMkLst>
        </pc:picChg>
        <pc:picChg chg="add del">
          <ac:chgData name="Upadhyaya, Pratheek Shankaranarayana" userId="d86132f3-b278-41c2-8c29-98b709d334a7" providerId="ADAL" clId="{92339289-F143-409A-BBE4-F44C8DC0D087}" dt="2023-10-03T17:35:23.907" v="58" actId="26606"/>
          <ac:picMkLst>
            <pc:docMk/>
            <pc:sldMk cId="147196755" sldId="256"/>
            <ac:picMk id="27" creationId="{A949DAD1-98CA-D46C-5AD9-4148FA10593A}"/>
          </ac:picMkLst>
        </pc:picChg>
        <pc:picChg chg="add del">
          <ac:chgData name="Upadhyaya, Pratheek Shankaranarayana" userId="d86132f3-b278-41c2-8c29-98b709d334a7" providerId="ADAL" clId="{92339289-F143-409A-BBE4-F44C8DC0D087}" dt="2023-10-03T17:35:36.506" v="62" actId="26606"/>
          <ac:picMkLst>
            <pc:docMk/>
            <pc:sldMk cId="147196755" sldId="256"/>
            <ac:picMk id="29" creationId="{D42610C4-816F-FB64-A0F9-149357C899E5}"/>
          </ac:picMkLst>
        </pc:picChg>
        <pc:picChg chg="add del">
          <ac:chgData name="Upadhyaya, Pratheek Shankaranarayana" userId="d86132f3-b278-41c2-8c29-98b709d334a7" providerId="ADAL" clId="{92339289-F143-409A-BBE4-F44C8DC0D087}" dt="2023-10-03T17:36:02.811" v="70" actId="26606"/>
          <ac:picMkLst>
            <pc:docMk/>
            <pc:sldMk cId="147196755" sldId="256"/>
            <ac:picMk id="55" creationId="{E20BD9ED-8D35-54B1-3964-82214D173C73}"/>
          </ac:picMkLst>
        </pc:picChg>
        <pc:picChg chg="add del">
          <ac:chgData name="Upadhyaya, Pratheek Shankaranarayana" userId="d86132f3-b278-41c2-8c29-98b709d334a7" providerId="ADAL" clId="{92339289-F143-409A-BBE4-F44C8DC0D087}" dt="2023-10-03T17:36:53.978" v="76" actId="26606"/>
          <ac:picMkLst>
            <pc:docMk/>
            <pc:sldMk cId="147196755" sldId="256"/>
            <ac:picMk id="59" creationId="{8A2842C0-6210-4FDB-B1FF-C14C927377FB}"/>
          </ac:picMkLst>
        </pc:picChg>
        <pc:cxnChg chg="add del">
          <ac:chgData name="Upadhyaya, Pratheek Shankaranarayana" userId="d86132f3-b278-41c2-8c29-98b709d334a7" providerId="ADAL" clId="{92339289-F143-409A-BBE4-F44C8DC0D087}" dt="2023-10-03T17:35:30.513" v="60" actId="26606"/>
          <ac:cxnSpMkLst>
            <pc:docMk/>
            <pc:sldMk cId="147196755" sldId="256"/>
            <ac:cxnSpMk id="34" creationId="{61F6FBC1-6409-4059-B87B-1BE513242FE6}"/>
          </ac:cxnSpMkLst>
        </pc:cxnChg>
        <pc:cxnChg chg="add del">
          <ac:chgData name="Upadhyaya, Pratheek Shankaranarayana" userId="d86132f3-b278-41c2-8c29-98b709d334a7" providerId="ADAL" clId="{92339289-F143-409A-BBE4-F44C8DC0D087}" dt="2023-10-03T17:35:30.513" v="60" actId="26606"/>
          <ac:cxnSpMkLst>
            <pc:docMk/>
            <pc:sldMk cId="147196755" sldId="256"/>
            <ac:cxnSpMk id="36" creationId="{E6A98E26-C7DC-48E3-8F50-FBF7F3C50F4C}"/>
          </ac:cxnSpMkLst>
        </pc:cxnChg>
        <pc:cxnChg chg="add del">
          <ac:chgData name="Upadhyaya, Pratheek Shankaranarayana" userId="d86132f3-b278-41c2-8c29-98b709d334a7" providerId="ADAL" clId="{92339289-F143-409A-BBE4-F44C8DC0D087}" dt="2023-10-03T17:35:53.896" v="66" actId="26606"/>
          <ac:cxnSpMkLst>
            <pc:docMk/>
            <pc:sldMk cId="147196755" sldId="256"/>
            <ac:cxnSpMk id="53" creationId="{F7C8EA93-3210-4C62-99E9-153C275E3A87}"/>
          </ac:cxnSpMkLst>
        </pc:cxnChg>
      </pc:sldChg>
      <pc:sldChg chg="del">
        <pc:chgData name="Upadhyaya, Pratheek Shankaranarayana" userId="d86132f3-b278-41c2-8c29-98b709d334a7" providerId="ADAL" clId="{92339289-F143-409A-BBE4-F44C8DC0D087}" dt="2023-10-05T17:35:13.206" v="6154" actId="47"/>
        <pc:sldMkLst>
          <pc:docMk/>
          <pc:sldMk cId="2444280312" sldId="257"/>
        </pc:sldMkLst>
      </pc:sldChg>
      <pc:sldChg chg="del">
        <pc:chgData name="Upadhyaya, Pratheek Shankaranarayana" userId="d86132f3-b278-41c2-8c29-98b709d334a7" providerId="ADAL" clId="{92339289-F143-409A-BBE4-F44C8DC0D087}" dt="2023-10-05T17:35:19.007" v="6155" actId="47"/>
        <pc:sldMkLst>
          <pc:docMk/>
          <pc:sldMk cId="193739401" sldId="258"/>
        </pc:sldMkLst>
      </pc:sldChg>
      <pc:sldChg chg="addSp delSp modSp add del mod setBg">
        <pc:chgData name="Upadhyaya, Pratheek Shankaranarayana" userId="d86132f3-b278-41c2-8c29-98b709d334a7" providerId="ADAL" clId="{92339289-F143-409A-BBE4-F44C8DC0D087}" dt="2023-10-05T13:58:13.652" v="1184" actId="47"/>
        <pc:sldMkLst>
          <pc:docMk/>
          <pc:sldMk cId="1246968518" sldId="259"/>
        </pc:sldMkLst>
        <pc:spChg chg="mod">
          <ac:chgData name="Upadhyaya, Pratheek Shankaranarayana" userId="d86132f3-b278-41c2-8c29-98b709d334a7" providerId="ADAL" clId="{92339289-F143-409A-BBE4-F44C8DC0D087}" dt="2023-10-05T13:56:16.964" v="1174" actId="21"/>
          <ac:spMkLst>
            <pc:docMk/>
            <pc:sldMk cId="1246968518" sldId="259"/>
            <ac:spMk id="2" creationId="{FC9B67E1-FE3D-AAB2-C8C4-124B496D4F07}"/>
          </ac:spMkLst>
        </pc:spChg>
        <pc:spChg chg="del mod">
          <ac:chgData name="Upadhyaya, Pratheek Shankaranarayana" userId="d86132f3-b278-41c2-8c29-98b709d334a7" providerId="ADAL" clId="{92339289-F143-409A-BBE4-F44C8DC0D087}" dt="2023-10-03T18:18:17.471" v="808" actId="26606"/>
          <ac:spMkLst>
            <pc:docMk/>
            <pc:sldMk cId="1246968518" sldId="259"/>
            <ac:spMk id="3" creationId="{4DEE8F88-2129-8B7C-B36B-4F167CF00B6C}"/>
          </ac:spMkLst>
        </pc:spChg>
        <pc:spChg chg="add del">
          <ac:chgData name="Upadhyaya, Pratheek Shankaranarayana" userId="d86132f3-b278-41c2-8c29-98b709d334a7" providerId="ADAL" clId="{92339289-F143-409A-BBE4-F44C8DC0D087}" dt="2023-10-03T18:03:14.282" v="512" actId="26606"/>
          <ac:spMkLst>
            <pc:docMk/>
            <pc:sldMk cId="1246968518" sldId="259"/>
            <ac:spMk id="6" creationId="{04812C46-200A-4DEB-A05E-3ED6C68C2387}"/>
          </ac:spMkLst>
        </pc:spChg>
        <pc:spChg chg="add del">
          <ac:chgData name="Upadhyaya, Pratheek Shankaranarayana" userId="d86132f3-b278-41c2-8c29-98b709d334a7" providerId="ADAL" clId="{92339289-F143-409A-BBE4-F44C8DC0D087}" dt="2023-10-03T18:03:14.282" v="512" actId="26606"/>
          <ac:spMkLst>
            <pc:docMk/>
            <pc:sldMk cId="1246968518" sldId="259"/>
            <ac:spMk id="7" creationId="{D1EA859B-E555-4109-94F3-6700E046E008}"/>
          </ac:spMkLst>
        </pc:spChg>
        <pc:spChg chg="add del">
          <ac:chgData name="Upadhyaya, Pratheek Shankaranarayana" userId="d86132f3-b278-41c2-8c29-98b709d334a7" providerId="ADAL" clId="{92339289-F143-409A-BBE4-F44C8DC0D087}" dt="2023-10-03T18:03:49.506" v="516" actId="26606"/>
          <ac:spMkLst>
            <pc:docMk/>
            <pc:sldMk cId="1246968518" sldId="259"/>
            <ac:spMk id="8" creationId="{058A14AF-9FB5-4CC7-BA35-E8E85D3EDF0E}"/>
          </ac:spMkLst>
        </pc:spChg>
        <pc:spChg chg="add del">
          <ac:chgData name="Upadhyaya, Pratheek Shankaranarayana" userId="d86132f3-b278-41c2-8c29-98b709d334a7" providerId="ADAL" clId="{92339289-F143-409A-BBE4-F44C8DC0D087}" dt="2023-10-03T17:39:52.880" v="197" actId="26606"/>
          <ac:spMkLst>
            <pc:docMk/>
            <pc:sldMk cId="1246968518" sldId="259"/>
            <ac:spMk id="9" creationId="{F13C74B1-5B17-4795-BED0-7140497B445A}"/>
          </ac:spMkLst>
        </pc:spChg>
        <pc:spChg chg="add del">
          <ac:chgData name="Upadhyaya, Pratheek Shankaranarayana" userId="d86132f3-b278-41c2-8c29-98b709d334a7" providerId="ADAL" clId="{92339289-F143-409A-BBE4-F44C8DC0D087}" dt="2023-10-03T18:03:49.506" v="516" actId="26606"/>
          <ac:spMkLst>
            <pc:docMk/>
            <pc:sldMk cId="1246968518" sldId="259"/>
            <ac:spMk id="10" creationId="{3A9A4357-BD1D-4622-A4FE-766E6AB8DE84}"/>
          </ac:spMkLst>
        </pc:spChg>
        <pc:spChg chg="add del">
          <ac:chgData name="Upadhyaya, Pratheek Shankaranarayana" userId="d86132f3-b278-41c2-8c29-98b709d334a7" providerId="ADAL" clId="{92339289-F143-409A-BBE4-F44C8DC0D087}" dt="2023-10-03T17:39:52.880" v="197" actId="26606"/>
          <ac:spMkLst>
            <pc:docMk/>
            <pc:sldMk cId="1246968518" sldId="259"/>
            <ac:spMk id="11" creationId="{D4974D33-8DC5-464E-8C6D-BE58F0669C17}"/>
          </ac:spMkLst>
        </pc:spChg>
        <pc:spChg chg="add del mod">
          <ac:chgData name="Upadhyaya, Pratheek Shankaranarayana" userId="d86132f3-b278-41c2-8c29-98b709d334a7" providerId="ADAL" clId="{92339289-F143-409A-BBE4-F44C8DC0D087}" dt="2023-10-03T18:18:08.723" v="807" actId="478"/>
          <ac:spMkLst>
            <pc:docMk/>
            <pc:sldMk cId="1246968518" sldId="259"/>
            <ac:spMk id="12" creationId="{0BB26C0E-948C-35FD-6481-D77BA380C2F6}"/>
          </ac:spMkLst>
        </pc:spChg>
        <pc:spChg chg="add del">
          <ac:chgData name="Upadhyaya, Pratheek Shankaranarayana" userId="d86132f3-b278-41c2-8c29-98b709d334a7" providerId="ADAL" clId="{92339289-F143-409A-BBE4-F44C8DC0D087}" dt="2023-10-03T18:03:49.506" v="516" actId="26606"/>
          <ac:spMkLst>
            <pc:docMk/>
            <pc:sldMk cId="1246968518" sldId="259"/>
            <ac:spMk id="13" creationId="{E659831F-0D9A-4C63-9EBB-8435B85A440F}"/>
          </ac:spMkLst>
        </pc:spChg>
        <pc:spChg chg="add mod">
          <ac:chgData name="Upadhyaya, Pratheek Shankaranarayana" userId="d86132f3-b278-41c2-8c29-98b709d334a7" providerId="ADAL" clId="{92339289-F143-409A-BBE4-F44C8DC0D087}" dt="2023-10-03T18:39:29.766" v="820" actId="20577"/>
          <ac:spMkLst>
            <pc:docMk/>
            <pc:sldMk cId="1246968518" sldId="259"/>
            <ac:spMk id="14" creationId="{CE80A690-D906-40BF-B33E-9F7E73BBA852}"/>
          </ac:spMkLst>
        </pc:spChg>
        <pc:spChg chg="add del">
          <ac:chgData name="Upadhyaya, Pratheek Shankaranarayana" userId="d86132f3-b278-41c2-8c29-98b709d334a7" providerId="ADAL" clId="{92339289-F143-409A-BBE4-F44C8DC0D087}" dt="2023-10-03T18:03:49.506" v="516" actId="26606"/>
          <ac:spMkLst>
            <pc:docMk/>
            <pc:sldMk cId="1246968518" sldId="259"/>
            <ac:spMk id="15" creationId="{E6995CE5-F890-4ABA-82A2-26507CE8D2A3}"/>
          </ac:spMkLst>
        </pc:spChg>
        <pc:spChg chg="add mod">
          <ac:chgData name="Upadhyaya, Pratheek Shankaranarayana" userId="d86132f3-b278-41c2-8c29-98b709d334a7" providerId="ADAL" clId="{92339289-F143-409A-BBE4-F44C8DC0D087}" dt="2023-10-03T18:15:32.888" v="702" actId="13822"/>
          <ac:spMkLst>
            <pc:docMk/>
            <pc:sldMk cId="1246968518" sldId="259"/>
            <ac:spMk id="16" creationId="{6076C9D4-4C87-A69C-5C05-77B08DD4F2D0}"/>
          </ac:spMkLst>
        </pc:spChg>
        <pc:spChg chg="add mod">
          <ac:chgData name="Upadhyaya, Pratheek Shankaranarayana" userId="d86132f3-b278-41c2-8c29-98b709d334a7" providerId="ADAL" clId="{92339289-F143-409A-BBE4-F44C8DC0D087}" dt="2023-10-03T18:15:32.888" v="702" actId="13822"/>
          <ac:spMkLst>
            <pc:docMk/>
            <pc:sldMk cId="1246968518" sldId="259"/>
            <ac:spMk id="17" creationId="{C6D97B86-97E2-3D94-6275-C7D9F593F9E9}"/>
          </ac:spMkLst>
        </pc:spChg>
        <pc:spChg chg="add mod">
          <ac:chgData name="Upadhyaya, Pratheek Shankaranarayana" userId="d86132f3-b278-41c2-8c29-98b709d334a7" providerId="ADAL" clId="{92339289-F143-409A-BBE4-F44C8DC0D087}" dt="2023-10-03T18:15:32.888" v="702" actId="13822"/>
          <ac:spMkLst>
            <pc:docMk/>
            <pc:sldMk cId="1246968518" sldId="259"/>
            <ac:spMk id="18" creationId="{52C6E7C0-3FA8-788C-7104-376CC1A50D70}"/>
          </ac:spMkLst>
        </pc:spChg>
        <pc:spChg chg="add mod">
          <ac:chgData name="Upadhyaya, Pratheek Shankaranarayana" userId="d86132f3-b278-41c2-8c29-98b709d334a7" providerId="ADAL" clId="{92339289-F143-409A-BBE4-F44C8DC0D087}" dt="2023-10-03T18:14:56.020" v="700" actId="1076"/>
          <ac:spMkLst>
            <pc:docMk/>
            <pc:sldMk cId="1246968518" sldId="259"/>
            <ac:spMk id="19" creationId="{067DE423-8257-D44D-C8A5-1906169F0021}"/>
          </ac:spMkLst>
        </pc:spChg>
        <pc:graphicFrameChg chg="add mod">
          <ac:chgData name="Upadhyaya, Pratheek Shankaranarayana" userId="d86132f3-b278-41c2-8c29-98b709d334a7" providerId="ADAL" clId="{92339289-F143-409A-BBE4-F44C8DC0D087}" dt="2023-10-03T18:19:17.927" v="811" actId="114"/>
          <ac:graphicFrameMkLst>
            <pc:docMk/>
            <pc:sldMk cId="1246968518" sldId="259"/>
            <ac:graphicFrameMk id="21" creationId="{8E403011-5D18-4123-5E47-00B452EAA004}"/>
          </ac:graphicFrameMkLst>
        </pc:graphicFrameChg>
        <pc:picChg chg="add del mod ord">
          <ac:chgData name="Upadhyaya, Pratheek Shankaranarayana" userId="d86132f3-b278-41c2-8c29-98b709d334a7" providerId="ADAL" clId="{92339289-F143-409A-BBE4-F44C8DC0D087}" dt="2023-10-03T18:12:43.234" v="628" actId="478"/>
          <ac:picMkLst>
            <pc:docMk/>
            <pc:sldMk cId="1246968518" sldId="259"/>
            <ac:picMk id="4" creationId="{B0D03674-0552-0B89-0049-092B4CFFA36A}"/>
          </ac:picMkLst>
        </pc:picChg>
        <pc:picChg chg="add del">
          <ac:chgData name="Upadhyaya, Pratheek Shankaranarayana" userId="d86132f3-b278-41c2-8c29-98b709d334a7" providerId="ADAL" clId="{92339289-F143-409A-BBE4-F44C8DC0D087}" dt="2023-10-03T17:39:52.880" v="197" actId="26606"/>
          <ac:picMkLst>
            <pc:docMk/>
            <pc:sldMk cId="1246968518" sldId="259"/>
            <ac:picMk id="5" creationId="{7001EA12-7A85-36D4-13FE-BF359000B8E4}"/>
          </ac:picMkLst>
        </pc:picChg>
        <pc:picChg chg="add del mod">
          <ac:chgData name="Upadhyaya, Pratheek Shankaranarayana" userId="d86132f3-b278-41c2-8c29-98b709d334a7" providerId="ADAL" clId="{92339289-F143-409A-BBE4-F44C8DC0D087}" dt="2023-10-03T18:13:10.517" v="633" actId="478"/>
          <ac:picMkLst>
            <pc:docMk/>
            <pc:sldMk cId="1246968518" sldId="259"/>
            <ac:picMk id="1026" creationId="{DFE48B9D-CB6E-BCBC-196D-2D90204D89A6}"/>
          </ac:picMkLst>
        </pc:picChg>
        <pc:cxnChg chg="add del">
          <ac:chgData name="Upadhyaya, Pratheek Shankaranarayana" userId="d86132f3-b278-41c2-8c29-98b709d334a7" providerId="ADAL" clId="{92339289-F143-409A-BBE4-F44C8DC0D087}" dt="2023-10-03T18:03:49.506" v="516" actId="26606"/>
          <ac:cxnSpMkLst>
            <pc:docMk/>
            <pc:sldMk cId="1246968518" sldId="259"/>
            <ac:cxnSpMk id="20" creationId="{FC23E3B9-5ABF-58B3-E2B0-E9A5DAA90037}"/>
          </ac:cxnSpMkLst>
        </pc:cxnChg>
      </pc:sldChg>
      <pc:sldChg chg="modSp new del mod ord">
        <pc:chgData name="Upadhyaya, Pratheek Shankaranarayana" userId="d86132f3-b278-41c2-8c29-98b709d334a7" providerId="ADAL" clId="{92339289-F143-409A-BBE4-F44C8DC0D087}" dt="2023-10-05T14:26:05.764" v="1768" actId="47"/>
        <pc:sldMkLst>
          <pc:docMk/>
          <pc:sldMk cId="1153591999" sldId="260"/>
        </pc:sldMkLst>
        <pc:spChg chg="mod">
          <ac:chgData name="Upadhyaya, Pratheek Shankaranarayana" userId="d86132f3-b278-41c2-8c29-98b709d334a7" providerId="ADAL" clId="{92339289-F143-409A-BBE4-F44C8DC0D087}" dt="2023-10-03T18:51:53.953" v="1146" actId="21"/>
          <ac:spMkLst>
            <pc:docMk/>
            <pc:sldMk cId="1153591999" sldId="260"/>
            <ac:spMk id="2" creationId="{1C6E42AE-7881-CB10-290A-A4DB7CB858D4}"/>
          </ac:spMkLst>
        </pc:spChg>
        <pc:spChg chg="mod">
          <ac:chgData name="Upadhyaya, Pratheek Shankaranarayana" userId="d86132f3-b278-41c2-8c29-98b709d334a7" providerId="ADAL" clId="{92339289-F143-409A-BBE4-F44C8DC0D087}" dt="2023-10-03T18:52:01.439" v="1148" actId="21"/>
          <ac:spMkLst>
            <pc:docMk/>
            <pc:sldMk cId="1153591999" sldId="260"/>
            <ac:spMk id="3" creationId="{3EFAA46F-3BA4-356E-75ED-B86AFD89A0E8}"/>
          </ac:spMkLst>
        </pc:spChg>
      </pc:sldChg>
      <pc:sldChg chg="new del">
        <pc:chgData name="Upadhyaya, Pratheek Shankaranarayana" userId="d86132f3-b278-41c2-8c29-98b709d334a7" providerId="ADAL" clId="{92339289-F143-409A-BBE4-F44C8DC0D087}" dt="2023-10-03T17:38:08.871" v="78" actId="47"/>
        <pc:sldMkLst>
          <pc:docMk/>
          <pc:sldMk cId="1456160029" sldId="260"/>
        </pc:sldMkLst>
      </pc:sldChg>
      <pc:sldChg chg="add del">
        <pc:chgData name="Upadhyaya, Pratheek Shankaranarayana" userId="d86132f3-b278-41c2-8c29-98b709d334a7" providerId="ADAL" clId="{92339289-F143-409A-BBE4-F44C8DC0D087}" dt="2023-10-03T18:02:50.661" v="508"/>
        <pc:sldMkLst>
          <pc:docMk/>
          <pc:sldMk cId="1925256520" sldId="260"/>
        </pc:sldMkLst>
      </pc:sldChg>
      <pc:sldChg chg="modSp add del mod">
        <pc:chgData name="Upadhyaya, Pratheek Shankaranarayana" userId="d86132f3-b278-41c2-8c29-98b709d334a7" providerId="ADAL" clId="{92339289-F143-409A-BBE4-F44C8DC0D087}" dt="2023-10-05T15:01:07.512" v="2438" actId="20577"/>
        <pc:sldMkLst>
          <pc:docMk/>
          <pc:sldMk cId="3244981687" sldId="261"/>
        </pc:sldMkLst>
        <pc:spChg chg="mod">
          <ac:chgData name="Upadhyaya, Pratheek Shankaranarayana" userId="d86132f3-b278-41c2-8c29-98b709d334a7" providerId="ADAL" clId="{92339289-F143-409A-BBE4-F44C8DC0D087}" dt="2023-10-03T18:51:56.893" v="1147"/>
          <ac:spMkLst>
            <pc:docMk/>
            <pc:sldMk cId="3244981687" sldId="261"/>
            <ac:spMk id="2" creationId="{78D0C584-50D7-96FF-1384-0FCC345AA8D0}"/>
          </ac:spMkLst>
        </pc:spChg>
        <pc:spChg chg="mod">
          <ac:chgData name="Upadhyaya, Pratheek Shankaranarayana" userId="d86132f3-b278-41c2-8c29-98b709d334a7" providerId="ADAL" clId="{92339289-F143-409A-BBE4-F44C8DC0D087}" dt="2023-10-05T15:01:07.512" v="2438" actId="20577"/>
          <ac:spMkLst>
            <pc:docMk/>
            <pc:sldMk cId="3244981687" sldId="261"/>
            <ac:spMk id="3" creationId="{1B8B9C30-7302-513A-799F-3A04CE50A5CC}"/>
          </ac:spMkLst>
        </pc:spChg>
      </pc:sldChg>
      <pc:sldChg chg="addSp delSp modSp add del mod ord setBg delDesignElem">
        <pc:chgData name="Upadhyaya, Pratheek Shankaranarayana" userId="d86132f3-b278-41c2-8c29-98b709d334a7" providerId="ADAL" clId="{92339289-F143-409A-BBE4-F44C8DC0D087}" dt="2023-10-05T13:55:56.221" v="1171" actId="27636"/>
        <pc:sldMkLst>
          <pc:docMk/>
          <pc:sldMk cId="1657509340" sldId="262"/>
        </pc:sldMkLst>
        <pc:spChg chg="mod">
          <ac:chgData name="Upadhyaya, Pratheek Shankaranarayana" userId="d86132f3-b278-41c2-8c29-98b709d334a7" providerId="ADAL" clId="{92339289-F143-409A-BBE4-F44C8DC0D087}" dt="2023-10-05T13:55:56.221" v="1171" actId="27636"/>
          <ac:spMkLst>
            <pc:docMk/>
            <pc:sldMk cId="1657509340" sldId="262"/>
            <ac:spMk id="2" creationId="{69A765A8-84DF-CEB4-4FE7-B68133774AED}"/>
          </ac:spMkLst>
        </pc:spChg>
        <pc:spChg chg="mod">
          <ac:chgData name="Upadhyaya, Pratheek Shankaranarayana" userId="d86132f3-b278-41c2-8c29-98b709d334a7" providerId="ADAL" clId="{92339289-F143-409A-BBE4-F44C8DC0D087}" dt="2023-10-05T13:55:27.465" v="1164"/>
          <ac:spMkLst>
            <pc:docMk/>
            <pc:sldMk cId="1657509340" sldId="262"/>
            <ac:spMk id="3" creationId="{3AE3C7C5-6B43-278B-F54E-1FD68927BF17}"/>
          </ac:spMkLst>
        </pc:spChg>
        <pc:spChg chg="add del">
          <ac:chgData name="Upadhyaya, Pratheek Shankaranarayana" userId="d86132f3-b278-41c2-8c29-98b709d334a7" providerId="ADAL" clId="{92339289-F143-409A-BBE4-F44C8DC0D087}" dt="2023-10-05T13:55:27.465" v="1164"/>
          <ac:spMkLst>
            <pc:docMk/>
            <pc:sldMk cId="1657509340" sldId="262"/>
            <ac:spMk id="20" creationId="{AB7A42E3-05D8-4A0B-9D4E-20EF581E57C0}"/>
          </ac:spMkLst>
        </pc:spChg>
        <pc:spChg chg="add del">
          <ac:chgData name="Upadhyaya, Pratheek Shankaranarayana" userId="d86132f3-b278-41c2-8c29-98b709d334a7" providerId="ADAL" clId="{92339289-F143-409A-BBE4-F44C8DC0D087}" dt="2023-10-05T13:55:27.465" v="1164"/>
          <ac:spMkLst>
            <pc:docMk/>
            <pc:sldMk cId="1657509340" sldId="262"/>
            <ac:spMk id="39" creationId="{DB4A12B6-EF0D-43E8-8C17-4FAD4D2766E4}"/>
          </ac:spMkLst>
        </pc:spChg>
        <pc:spChg chg="add del">
          <ac:chgData name="Upadhyaya, Pratheek Shankaranarayana" userId="d86132f3-b278-41c2-8c29-98b709d334a7" providerId="ADAL" clId="{92339289-F143-409A-BBE4-F44C8DC0D087}" dt="2023-10-05T13:55:27.465" v="1164"/>
          <ac:spMkLst>
            <pc:docMk/>
            <pc:sldMk cId="1657509340" sldId="262"/>
            <ac:spMk id="40" creationId="{AE107525-0C02-447F-8A3F-553320A7230E}"/>
          </ac:spMkLst>
        </pc:spChg>
        <pc:cxnChg chg="add del">
          <ac:chgData name="Upadhyaya, Pratheek Shankaranarayana" userId="d86132f3-b278-41c2-8c29-98b709d334a7" providerId="ADAL" clId="{92339289-F143-409A-BBE4-F44C8DC0D087}" dt="2023-10-05T13:55:27.465" v="1164"/>
          <ac:cxnSpMkLst>
            <pc:docMk/>
            <pc:sldMk cId="1657509340" sldId="262"/>
            <ac:cxnSpMk id="22" creationId="{6EE9A54B-189D-4645-8254-FDC4210EC6DB}"/>
          </ac:cxnSpMkLst>
        </pc:cxnChg>
        <pc:cxnChg chg="add del">
          <ac:chgData name="Upadhyaya, Pratheek Shankaranarayana" userId="d86132f3-b278-41c2-8c29-98b709d334a7" providerId="ADAL" clId="{92339289-F143-409A-BBE4-F44C8DC0D087}" dt="2023-10-05T13:55:27.465" v="1164"/>
          <ac:cxnSpMkLst>
            <pc:docMk/>
            <pc:sldMk cId="1657509340" sldId="262"/>
            <ac:cxnSpMk id="24" creationId="{511CE48F-D5E4-4520-AF1E-8F85CFBDA596}"/>
          </ac:cxnSpMkLst>
        </pc:cxnChg>
        <pc:cxnChg chg="add del">
          <ac:chgData name="Upadhyaya, Pratheek Shankaranarayana" userId="d86132f3-b278-41c2-8c29-98b709d334a7" providerId="ADAL" clId="{92339289-F143-409A-BBE4-F44C8DC0D087}" dt="2023-10-05T13:55:27.465" v="1164"/>
          <ac:cxnSpMkLst>
            <pc:docMk/>
            <pc:sldMk cId="1657509340" sldId="262"/>
            <ac:cxnSpMk id="26" creationId="{41448851-39AD-4943-BF9C-C50704E08377}"/>
          </ac:cxnSpMkLst>
        </pc:cxnChg>
      </pc:sldChg>
      <pc:sldChg chg="addSp delSp modSp new mod">
        <pc:chgData name="Upadhyaya, Pratheek Shankaranarayana" userId="d86132f3-b278-41c2-8c29-98b709d334a7" providerId="ADAL" clId="{92339289-F143-409A-BBE4-F44C8DC0D087}" dt="2023-10-05T13:58:07.767" v="1183" actId="12269"/>
        <pc:sldMkLst>
          <pc:docMk/>
          <pc:sldMk cId="767170027" sldId="263"/>
        </pc:sldMkLst>
        <pc:spChg chg="mod">
          <ac:chgData name="Upadhyaya, Pratheek Shankaranarayana" userId="d86132f3-b278-41c2-8c29-98b709d334a7" providerId="ADAL" clId="{92339289-F143-409A-BBE4-F44C8DC0D087}" dt="2023-10-05T13:56:19.566" v="1175"/>
          <ac:spMkLst>
            <pc:docMk/>
            <pc:sldMk cId="767170027" sldId="263"/>
            <ac:spMk id="2" creationId="{2C347A90-F644-AFC9-64B6-C04886EEFACA}"/>
          </ac:spMkLst>
        </pc:spChg>
        <pc:spChg chg="del">
          <ac:chgData name="Upadhyaya, Pratheek Shankaranarayana" userId="d86132f3-b278-41c2-8c29-98b709d334a7" providerId="ADAL" clId="{92339289-F143-409A-BBE4-F44C8DC0D087}" dt="2023-10-05T13:56:41.283" v="1178" actId="478"/>
          <ac:spMkLst>
            <pc:docMk/>
            <pc:sldMk cId="767170027" sldId="263"/>
            <ac:spMk id="3" creationId="{E2202A67-D49D-1711-9029-9FF6BCD2114E}"/>
          </ac:spMkLst>
        </pc:spChg>
        <pc:spChg chg="add mod">
          <ac:chgData name="Upadhyaya, Pratheek Shankaranarayana" userId="d86132f3-b278-41c2-8c29-98b709d334a7" providerId="ADAL" clId="{92339289-F143-409A-BBE4-F44C8DC0D087}" dt="2023-10-05T13:56:38.103" v="1177" actId="1076"/>
          <ac:spMkLst>
            <pc:docMk/>
            <pc:sldMk cId="767170027" sldId="263"/>
            <ac:spMk id="5" creationId="{7A9ABC14-7C7E-DFD9-A719-8B1954270A08}"/>
          </ac:spMkLst>
        </pc:spChg>
        <pc:spChg chg="add mod">
          <ac:chgData name="Upadhyaya, Pratheek Shankaranarayana" userId="d86132f3-b278-41c2-8c29-98b709d334a7" providerId="ADAL" clId="{92339289-F143-409A-BBE4-F44C8DC0D087}" dt="2023-10-05T13:56:38.103" v="1177" actId="1076"/>
          <ac:spMkLst>
            <pc:docMk/>
            <pc:sldMk cId="767170027" sldId="263"/>
            <ac:spMk id="6" creationId="{3B9BF2F1-1AEB-81D1-1836-A075005AE73E}"/>
          </ac:spMkLst>
        </pc:spChg>
        <pc:spChg chg="add mod">
          <ac:chgData name="Upadhyaya, Pratheek Shankaranarayana" userId="d86132f3-b278-41c2-8c29-98b709d334a7" providerId="ADAL" clId="{92339289-F143-409A-BBE4-F44C8DC0D087}" dt="2023-10-05T13:56:38.103" v="1177" actId="1076"/>
          <ac:spMkLst>
            <pc:docMk/>
            <pc:sldMk cId="767170027" sldId="263"/>
            <ac:spMk id="7" creationId="{A890BF34-833E-7DE7-68F3-E52EA385BE63}"/>
          </ac:spMkLst>
        </pc:spChg>
        <pc:spChg chg="add mod">
          <ac:chgData name="Upadhyaya, Pratheek Shankaranarayana" userId="d86132f3-b278-41c2-8c29-98b709d334a7" providerId="ADAL" clId="{92339289-F143-409A-BBE4-F44C8DC0D087}" dt="2023-10-05T13:56:38.103" v="1177" actId="1076"/>
          <ac:spMkLst>
            <pc:docMk/>
            <pc:sldMk cId="767170027" sldId="263"/>
            <ac:spMk id="8" creationId="{77B80411-93F6-2621-126F-4C6B596AAE9A}"/>
          </ac:spMkLst>
        </pc:spChg>
        <pc:spChg chg="add mod">
          <ac:chgData name="Upadhyaya, Pratheek Shankaranarayana" userId="d86132f3-b278-41c2-8c29-98b709d334a7" providerId="ADAL" clId="{92339289-F143-409A-BBE4-F44C8DC0D087}" dt="2023-10-05T13:56:38.103" v="1177" actId="1076"/>
          <ac:spMkLst>
            <pc:docMk/>
            <pc:sldMk cId="767170027" sldId="263"/>
            <ac:spMk id="9" creationId="{792EA1C9-EE0C-826D-9954-28A884EA97F6}"/>
          </ac:spMkLst>
        </pc:spChg>
        <pc:graphicFrameChg chg="add mod">
          <ac:chgData name="Upadhyaya, Pratheek Shankaranarayana" userId="d86132f3-b278-41c2-8c29-98b709d334a7" providerId="ADAL" clId="{92339289-F143-409A-BBE4-F44C8DC0D087}" dt="2023-10-05T13:58:07.767" v="1183" actId="12269"/>
          <ac:graphicFrameMkLst>
            <pc:docMk/>
            <pc:sldMk cId="767170027" sldId="263"/>
            <ac:graphicFrameMk id="4" creationId="{01112C5E-8801-06AD-7924-D57D9E35ECE1}"/>
          </ac:graphicFrameMkLst>
        </pc:graphicFrameChg>
      </pc:sldChg>
      <pc:sldChg chg="addSp delSp modSp new mod setBg">
        <pc:chgData name="Upadhyaya, Pratheek Shankaranarayana" userId="d86132f3-b278-41c2-8c29-98b709d334a7" providerId="ADAL" clId="{92339289-F143-409A-BBE4-F44C8DC0D087}" dt="2023-10-05T15:07:15.857" v="2803" actId="26606"/>
        <pc:sldMkLst>
          <pc:docMk/>
          <pc:sldMk cId="2669091253" sldId="264"/>
        </pc:sldMkLst>
        <pc:spChg chg="mod">
          <ac:chgData name="Upadhyaya, Pratheek Shankaranarayana" userId="d86132f3-b278-41c2-8c29-98b709d334a7" providerId="ADAL" clId="{92339289-F143-409A-BBE4-F44C8DC0D087}" dt="2023-10-05T15:06:40.018" v="2800" actId="26606"/>
          <ac:spMkLst>
            <pc:docMk/>
            <pc:sldMk cId="2669091253" sldId="264"/>
            <ac:spMk id="2" creationId="{92655439-2B0C-A85D-322B-EF38F3C1F9C8}"/>
          </ac:spMkLst>
        </pc:spChg>
        <pc:spChg chg="add del mod">
          <ac:chgData name="Upadhyaya, Pratheek Shankaranarayana" userId="d86132f3-b278-41c2-8c29-98b709d334a7" providerId="ADAL" clId="{92339289-F143-409A-BBE4-F44C8DC0D087}" dt="2023-10-05T14:52:54.513" v="2392" actId="26606"/>
          <ac:spMkLst>
            <pc:docMk/>
            <pc:sldMk cId="2669091253" sldId="264"/>
            <ac:spMk id="3" creationId="{E03BEEB3-7FFA-4BF0-29C2-71FD342BBFD8}"/>
          </ac:spMkLst>
        </pc:spChg>
        <pc:spChg chg="add del">
          <ac:chgData name="Upadhyaya, Pratheek Shankaranarayana" userId="d86132f3-b278-41c2-8c29-98b709d334a7" providerId="ADAL" clId="{92339289-F143-409A-BBE4-F44C8DC0D087}" dt="2023-10-05T14:53:39.634" v="2394" actId="26606"/>
          <ac:spMkLst>
            <pc:docMk/>
            <pc:sldMk cId="2669091253" sldId="264"/>
            <ac:spMk id="8" creationId="{0EB72A9B-FD82-4F09-BF1E-D39311D3A0E3}"/>
          </ac:spMkLst>
        </pc:spChg>
        <pc:spChg chg="add del">
          <ac:chgData name="Upadhyaya, Pratheek Shankaranarayana" userId="d86132f3-b278-41c2-8c29-98b709d334a7" providerId="ADAL" clId="{92339289-F143-409A-BBE4-F44C8DC0D087}" dt="2023-10-05T14:52:32.453" v="2389" actId="26606"/>
          <ac:spMkLst>
            <pc:docMk/>
            <pc:sldMk cId="2669091253" sldId="264"/>
            <ac:spMk id="9" creationId="{0EB72A9B-FD82-4F09-BF1E-D39311D3A0E3}"/>
          </ac:spMkLst>
        </pc:spChg>
        <pc:spChg chg="add del">
          <ac:chgData name="Upadhyaya, Pratheek Shankaranarayana" userId="d86132f3-b278-41c2-8c29-98b709d334a7" providerId="ADAL" clId="{92339289-F143-409A-BBE4-F44C8DC0D087}" dt="2023-10-05T14:53:39.634" v="2394" actId="26606"/>
          <ac:spMkLst>
            <pc:docMk/>
            <pc:sldMk cId="2669091253" sldId="264"/>
            <ac:spMk id="10" creationId="{DD39B371-6E4E-4070-AB4E-4D788405A5A6}"/>
          </ac:spMkLst>
        </pc:spChg>
        <pc:spChg chg="add del">
          <ac:chgData name="Upadhyaya, Pratheek Shankaranarayana" userId="d86132f3-b278-41c2-8c29-98b709d334a7" providerId="ADAL" clId="{92339289-F143-409A-BBE4-F44C8DC0D087}" dt="2023-10-05T14:52:32.453" v="2389" actId="26606"/>
          <ac:spMkLst>
            <pc:docMk/>
            <pc:sldMk cId="2669091253" sldId="264"/>
            <ac:spMk id="11" creationId="{DD39B371-6E4E-4070-AB4E-4D788405A5A6}"/>
          </ac:spMkLst>
        </pc:spChg>
        <pc:spChg chg="add del">
          <ac:chgData name="Upadhyaya, Pratheek Shankaranarayana" userId="d86132f3-b278-41c2-8c29-98b709d334a7" providerId="ADAL" clId="{92339289-F143-409A-BBE4-F44C8DC0D087}" dt="2023-10-05T14:53:45.538" v="2396" actId="26606"/>
          <ac:spMkLst>
            <pc:docMk/>
            <pc:sldMk cId="2669091253" sldId="264"/>
            <ac:spMk id="12" creationId="{0EB72A9B-FD82-4F09-BF1E-D39311D3A0E3}"/>
          </ac:spMkLst>
        </pc:spChg>
        <pc:spChg chg="add del">
          <ac:chgData name="Upadhyaya, Pratheek Shankaranarayana" userId="d86132f3-b278-41c2-8c29-98b709d334a7" providerId="ADAL" clId="{92339289-F143-409A-BBE4-F44C8DC0D087}" dt="2023-10-05T14:52:32.453" v="2389" actId="26606"/>
          <ac:spMkLst>
            <pc:docMk/>
            <pc:sldMk cId="2669091253" sldId="264"/>
            <ac:spMk id="13" creationId="{B937DAED-8BFE-4563-BB45-B5E554D70A84}"/>
          </ac:spMkLst>
        </pc:spChg>
        <pc:spChg chg="add del">
          <ac:chgData name="Upadhyaya, Pratheek Shankaranarayana" userId="d86132f3-b278-41c2-8c29-98b709d334a7" providerId="ADAL" clId="{92339289-F143-409A-BBE4-F44C8DC0D087}" dt="2023-10-05T14:53:45.538" v="2396" actId="26606"/>
          <ac:spMkLst>
            <pc:docMk/>
            <pc:sldMk cId="2669091253" sldId="264"/>
            <ac:spMk id="14" creationId="{DD39B371-6E4E-4070-AB4E-4D788405A5A6}"/>
          </ac:spMkLst>
        </pc:spChg>
        <pc:spChg chg="add del">
          <ac:chgData name="Upadhyaya, Pratheek Shankaranarayana" userId="d86132f3-b278-41c2-8c29-98b709d334a7" providerId="ADAL" clId="{92339289-F143-409A-BBE4-F44C8DC0D087}" dt="2023-10-05T14:53:39.634" v="2394" actId="26606"/>
          <ac:spMkLst>
            <pc:docMk/>
            <pc:sldMk cId="2669091253" sldId="264"/>
            <ac:spMk id="15" creationId="{B937DAED-8BFE-4563-BB45-B5E554D70A84}"/>
          </ac:spMkLst>
        </pc:spChg>
        <pc:spChg chg="add del">
          <ac:chgData name="Upadhyaya, Pratheek Shankaranarayana" userId="d86132f3-b278-41c2-8c29-98b709d334a7" providerId="ADAL" clId="{92339289-F143-409A-BBE4-F44C8DC0D087}" dt="2023-10-05T14:53:45.538" v="2396" actId="26606"/>
          <ac:spMkLst>
            <pc:docMk/>
            <pc:sldMk cId="2669091253" sldId="264"/>
            <ac:spMk id="16" creationId="{B937DAED-8BFE-4563-BB45-B5E554D70A84}"/>
          </ac:spMkLst>
        </pc:spChg>
        <pc:spChg chg="add del">
          <ac:chgData name="Upadhyaya, Pratheek Shankaranarayana" userId="d86132f3-b278-41c2-8c29-98b709d334a7" providerId="ADAL" clId="{92339289-F143-409A-BBE4-F44C8DC0D087}" dt="2023-10-05T15:06:16.501" v="2788" actId="26606"/>
          <ac:spMkLst>
            <pc:docMk/>
            <pc:sldMk cId="2669091253" sldId="264"/>
            <ac:spMk id="17" creationId="{0EB72A9B-FD82-4F09-BF1E-D39311D3A0E3}"/>
          </ac:spMkLst>
        </pc:spChg>
        <pc:spChg chg="add del">
          <ac:chgData name="Upadhyaya, Pratheek Shankaranarayana" userId="d86132f3-b278-41c2-8c29-98b709d334a7" providerId="ADAL" clId="{92339289-F143-409A-BBE4-F44C8DC0D087}" dt="2023-10-05T15:06:16.501" v="2788" actId="26606"/>
          <ac:spMkLst>
            <pc:docMk/>
            <pc:sldMk cId="2669091253" sldId="264"/>
            <ac:spMk id="18" creationId="{DD39B371-6E4E-4070-AB4E-4D788405A5A6}"/>
          </ac:spMkLst>
        </pc:spChg>
        <pc:spChg chg="add del">
          <ac:chgData name="Upadhyaya, Pratheek Shankaranarayana" userId="d86132f3-b278-41c2-8c29-98b709d334a7" providerId="ADAL" clId="{92339289-F143-409A-BBE4-F44C8DC0D087}" dt="2023-10-05T15:06:16.501" v="2788" actId="26606"/>
          <ac:spMkLst>
            <pc:docMk/>
            <pc:sldMk cId="2669091253" sldId="264"/>
            <ac:spMk id="19" creationId="{B937DAED-8BFE-4563-BB45-B5E554D70A84}"/>
          </ac:spMkLst>
        </pc:spChg>
        <pc:spChg chg="add del">
          <ac:chgData name="Upadhyaya, Pratheek Shankaranarayana" userId="d86132f3-b278-41c2-8c29-98b709d334a7" providerId="ADAL" clId="{92339289-F143-409A-BBE4-F44C8DC0D087}" dt="2023-10-05T15:07:15.857" v="2803" actId="26606"/>
          <ac:spMkLst>
            <pc:docMk/>
            <pc:sldMk cId="2669091253" sldId="264"/>
            <ac:spMk id="20" creationId="{0EB72A9B-FD82-4F09-BF1E-D39311D3A0E3}"/>
          </ac:spMkLst>
        </pc:spChg>
        <pc:spChg chg="add del">
          <ac:chgData name="Upadhyaya, Pratheek Shankaranarayana" userId="d86132f3-b278-41c2-8c29-98b709d334a7" providerId="ADAL" clId="{92339289-F143-409A-BBE4-F44C8DC0D087}" dt="2023-10-05T15:07:15.857" v="2803" actId="26606"/>
          <ac:spMkLst>
            <pc:docMk/>
            <pc:sldMk cId="2669091253" sldId="264"/>
            <ac:spMk id="21" creationId="{DD39B371-6E4E-4070-AB4E-4D788405A5A6}"/>
          </ac:spMkLst>
        </pc:spChg>
        <pc:spChg chg="add del">
          <ac:chgData name="Upadhyaya, Pratheek Shankaranarayana" userId="d86132f3-b278-41c2-8c29-98b709d334a7" providerId="ADAL" clId="{92339289-F143-409A-BBE4-F44C8DC0D087}" dt="2023-10-05T15:07:15.857" v="2803" actId="26606"/>
          <ac:spMkLst>
            <pc:docMk/>
            <pc:sldMk cId="2669091253" sldId="264"/>
            <ac:spMk id="22" creationId="{B937DAED-8BFE-4563-BB45-B5E554D70A84}"/>
          </ac:spMkLst>
        </pc:spChg>
        <pc:spChg chg="add del">
          <ac:chgData name="Upadhyaya, Pratheek Shankaranarayana" userId="d86132f3-b278-41c2-8c29-98b709d334a7" providerId="ADAL" clId="{92339289-F143-409A-BBE4-F44C8DC0D087}" dt="2023-10-05T15:07:15.857" v="2803" actId="26606"/>
          <ac:spMkLst>
            <pc:docMk/>
            <pc:sldMk cId="2669091253" sldId="264"/>
            <ac:spMk id="27" creationId="{0EB72A9B-FD82-4F09-BF1E-D39311D3A0E3}"/>
          </ac:spMkLst>
        </pc:spChg>
        <pc:spChg chg="add del">
          <ac:chgData name="Upadhyaya, Pratheek Shankaranarayana" userId="d86132f3-b278-41c2-8c29-98b709d334a7" providerId="ADAL" clId="{92339289-F143-409A-BBE4-F44C8DC0D087}" dt="2023-10-05T15:07:15.857" v="2803" actId="26606"/>
          <ac:spMkLst>
            <pc:docMk/>
            <pc:sldMk cId="2669091253" sldId="264"/>
            <ac:spMk id="29" creationId="{DD39B371-6E4E-4070-AB4E-4D788405A5A6}"/>
          </ac:spMkLst>
        </pc:spChg>
        <pc:spChg chg="add del">
          <ac:chgData name="Upadhyaya, Pratheek Shankaranarayana" userId="d86132f3-b278-41c2-8c29-98b709d334a7" providerId="ADAL" clId="{92339289-F143-409A-BBE4-F44C8DC0D087}" dt="2023-10-05T15:07:15.857" v="2803" actId="26606"/>
          <ac:spMkLst>
            <pc:docMk/>
            <pc:sldMk cId="2669091253" sldId="264"/>
            <ac:spMk id="31" creationId="{B937DAED-8BFE-4563-BB45-B5E554D70A84}"/>
          </ac:spMkLst>
        </pc:spChg>
        <pc:graphicFrameChg chg="add del">
          <ac:chgData name="Upadhyaya, Pratheek Shankaranarayana" userId="d86132f3-b278-41c2-8c29-98b709d334a7" providerId="ADAL" clId="{92339289-F143-409A-BBE4-F44C8DC0D087}" dt="2023-10-05T14:52:32.453" v="2389" actId="26606"/>
          <ac:graphicFrameMkLst>
            <pc:docMk/>
            <pc:sldMk cId="2669091253" sldId="264"/>
            <ac:graphicFrameMk id="5" creationId="{3B0FF6DD-79BD-616E-0BF2-3DEC0BB8302F}"/>
          </ac:graphicFrameMkLst>
        </pc:graphicFrameChg>
        <pc:graphicFrameChg chg="add mod modGraphic">
          <ac:chgData name="Upadhyaya, Pratheek Shankaranarayana" userId="d86132f3-b278-41c2-8c29-98b709d334a7" providerId="ADAL" clId="{92339289-F143-409A-BBE4-F44C8DC0D087}" dt="2023-10-05T15:07:15.857" v="2803" actId="26606"/>
          <ac:graphicFrameMkLst>
            <pc:docMk/>
            <pc:sldMk cId="2669091253" sldId="264"/>
            <ac:graphicFrameMk id="6" creationId="{A7BFF18E-F9EE-4208-5E40-EBCDD9E72A54}"/>
          </ac:graphicFrameMkLst>
        </pc:graphicFrameChg>
      </pc:sldChg>
      <pc:sldChg chg="addSp delSp modSp new mod setBg setClrOvrMap">
        <pc:chgData name="Upadhyaya, Pratheek Shankaranarayana" userId="d86132f3-b278-41c2-8c29-98b709d334a7" providerId="ADAL" clId="{92339289-F143-409A-BBE4-F44C8DC0D087}" dt="2023-10-05T14:33:36.317" v="2019" actId="26606"/>
        <pc:sldMkLst>
          <pc:docMk/>
          <pc:sldMk cId="2053595722" sldId="265"/>
        </pc:sldMkLst>
        <pc:spChg chg="mo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2" creationId="{219607F0-3647-12D7-810A-41A989A3419B}"/>
          </ac:spMkLst>
        </pc:spChg>
        <pc:spChg chg="add del">
          <ac:chgData name="Upadhyaya, Pratheek Shankaranarayana" userId="d86132f3-b278-41c2-8c29-98b709d334a7" providerId="ADAL" clId="{92339289-F143-409A-BBE4-F44C8DC0D087}" dt="2023-10-05T14:33:09.609" v="1997" actId="22"/>
          <ac:spMkLst>
            <pc:docMk/>
            <pc:sldMk cId="2053595722" sldId="265"/>
            <ac:spMk id="3" creationId="{B9F396BD-FD46-54EC-C4B8-8E4BE307FA9D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12" creationId="{904DB13E-F722-4ED6-BB00-556651E95281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14" creationId="{1E8D93C5-28EB-42D0-86CE-D804955653CC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16" creationId="{AB1B1E7D-F76D-4744-AF85-239E6998A4C5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18" creationId="{3BB65211-00DB-45B6-A223-033B2D19CBE8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25" creationId="{EA4E4267-CAF0-4C38-8DC6-CD3B1A9F046E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27" creationId="{0EE3ACC5-126D-4BA4-8B45-7F0B5B839C51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29" creationId="{AB2868F7-FE10-4289-A5BD-90763C7A2F5A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31" creationId="{BD94142C-10EE-487C-A327-404FDF358F22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33" creationId="{5F7FAC2D-7A74-4939-A917-A1A5AF935685}"/>
          </ac:spMkLst>
        </pc:spChg>
        <pc:spChg chg="add">
          <ac:chgData name="Upadhyaya, Pratheek Shankaranarayana" userId="d86132f3-b278-41c2-8c29-98b709d334a7" providerId="ADAL" clId="{92339289-F143-409A-BBE4-F44C8DC0D087}" dt="2023-10-05T14:33:36.317" v="2019" actId="26606"/>
          <ac:spMkLst>
            <pc:docMk/>
            <pc:sldMk cId="2053595722" sldId="265"/>
            <ac:spMk id="35" creationId="{BA53A868-C420-4BAE-9244-EC162AF05CFC}"/>
          </ac:spMkLst>
        </pc:spChg>
        <pc:grpChg chg="add">
          <ac:chgData name="Upadhyaya, Pratheek Shankaranarayana" userId="d86132f3-b278-41c2-8c29-98b709d334a7" providerId="ADAL" clId="{92339289-F143-409A-BBE4-F44C8DC0D087}" dt="2023-10-05T14:33:36.317" v="2019" actId="26606"/>
          <ac:grpSpMkLst>
            <pc:docMk/>
            <pc:sldMk cId="2053595722" sldId="265"/>
            <ac:grpSpMk id="20" creationId="{E26428D7-C6F3-473D-A360-A3F5C3E8728C}"/>
          </ac:grpSpMkLst>
        </pc:grpChg>
        <pc:picChg chg="add del mod ord">
          <ac:chgData name="Upadhyaya, Pratheek Shankaranarayana" userId="d86132f3-b278-41c2-8c29-98b709d334a7" providerId="ADAL" clId="{92339289-F143-409A-BBE4-F44C8DC0D087}" dt="2023-10-05T14:33:08.207" v="1996" actId="22"/>
          <ac:picMkLst>
            <pc:docMk/>
            <pc:sldMk cId="2053595722" sldId="265"/>
            <ac:picMk id="5" creationId="{EB11D136-9599-E71F-4406-E4423D3736B1}"/>
          </ac:picMkLst>
        </pc:picChg>
        <pc:picChg chg="add mod ord">
          <ac:chgData name="Upadhyaya, Pratheek Shankaranarayana" userId="d86132f3-b278-41c2-8c29-98b709d334a7" providerId="ADAL" clId="{92339289-F143-409A-BBE4-F44C8DC0D087}" dt="2023-10-05T14:33:36.317" v="2019" actId="26606"/>
          <ac:picMkLst>
            <pc:docMk/>
            <pc:sldMk cId="2053595722" sldId="265"/>
            <ac:picMk id="7" creationId="{CD341C4A-158C-BE20-AFC0-1396579ABE02}"/>
          </ac:picMkLst>
        </pc:picChg>
        <pc:cxnChg chg="add">
          <ac:chgData name="Upadhyaya, Pratheek Shankaranarayana" userId="d86132f3-b278-41c2-8c29-98b709d334a7" providerId="ADAL" clId="{92339289-F143-409A-BBE4-F44C8DC0D087}" dt="2023-10-05T14:33:36.317" v="2019" actId="26606"/>
          <ac:cxnSpMkLst>
            <pc:docMk/>
            <pc:sldMk cId="2053595722" sldId="265"/>
            <ac:cxnSpMk id="37" creationId="{C2686EF3-81CC-419F-96C3-002A75880309}"/>
          </ac:cxnSpMkLst>
        </pc:cxnChg>
        <pc:cxnChg chg="add">
          <ac:chgData name="Upadhyaya, Pratheek Shankaranarayana" userId="d86132f3-b278-41c2-8c29-98b709d334a7" providerId="ADAL" clId="{92339289-F143-409A-BBE4-F44C8DC0D087}" dt="2023-10-05T14:33:36.317" v="2019" actId="26606"/>
          <ac:cxnSpMkLst>
            <pc:docMk/>
            <pc:sldMk cId="2053595722" sldId="265"/>
            <ac:cxnSpMk id="39" creationId="{F8D93CCA-A85E-4529-A6F0-8BB54D27BCD1}"/>
          </ac:cxnSpMkLst>
        </pc:cxnChg>
        <pc:cxnChg chg="add">
          <ac:chgData name="Upadhyaya, Pratheek Shankaranarayana" userId="d86132f3-b278-41c2-8c29-98b709d334a7" providerId="ADAL" clId="{92339289-F143-409A-BBE4-F44C8DC0D087}" dt="2023-10-05T14:33:36.317" v="2019" actId="26606"/>
          <ac:cxnSpMkLst>
            <pc:docMk/>
            <pc:sldMk cId="2053595722" sldId="265"/>
            <ac:cxnSpMk id="41" creationId="{1ECFA516-C18C-41AE-AFF2-A0D0A59C9E90}"/>
          </ac:cxnSpMkLst>
        </pc:cxnChg>
      </pc:sldChg>
      <pc:sldChg chg="addSp delSp modSp new mod setBg">
        <pc:chgData name="Upadhyaya, Pratheek Shankaranarayana" userId="d86132f3-b278-41c2-8c29-98b709d334a7" providerId="ADAL" clId="{92339289-F143-409A-BBE4-F44C8DC0D087}" dt="2023-10-05T16:51:54.788" v="5498" actId="20577"/>
        <pc:sldMkLst>
          <pc:docMk/>
          <pc:sldMk cId="3960093226" sldId="266"/>
        </pc:sldMkLst>
        <pc:spChg chg="mod">
          <ac:chgData name="Upadhyaya, Pratheek Shankaranarayana" userId="d86132f3-b278-41c2-8c29-98b709d334a7" providerId="ADAL" clId="{92339289-F143-409A-BBE4-F44C8DC0D087}" dt="2023-10-05T16:50:15.473" v="5437" actId="1076"/>
          <ac:spMkLst>
            <pc:docMk/>
            <pc:sldMk cId="3960093226" sldId="266"/>
            <ac:spMk id="2" creationId="{D66AEDE7-FAB5-059D-83B9-D214E95E8684}"/>
          </ac:spMkLst>
        </pc:spChg>
        <pc:spChg chg="add del mod">
          <ac:chgData name="Upadhyaya, Pratheek Shankaranarayana" userId="d86132f3-b278-41c2-8c29-98b709d334a7" providerId="ADAL" clId="{92339289-F143-409A-BBE4-F44C8DC0D087}" dt="2023-10-05T16:51:10.026" v="5482" actId="1076"/>
          <ac:spMkLst>
            <pc:docMk/>
            <pc:sldMk cId="3960093226" sldId="266"/>
            <ac:spMk id="3" creationId="{A1CF656F-A6FF-4E23-472E-BCE44539B45A}"/>
          </ac:spMkLst>
        </pc:spChg>
        <pc:spChg chg="add del mod">
          <ac:chgData name="Upadhyaya, Pratheek Shankaranarayana" userId="d86132f3-b278-41c2-8c29-98b709d334a7" providerId="ADAL" clId="{92339289-F143-409A-BBE4-F44C8DC0D087}" dt="2023-10-05T16:14:24.554" v="4650" actId="767"/>
          <ac:spMkLst>
            <pc:docMk/>
            <pc:sldMk cId="3960093226" sldId="266"/>
            <ac:spMk id="4" creationId="{CB3A667D-9131-B478-4F51-ADF774DDEF8E}"/>
          </ac:spMkLst>
        </pc:spChg>
        <pc:spChg chg="add mod">
          <ac:chgData name="Upadhyaya, Pratheek Shankaranarayana" userId="d86132f3-b278-41c2-8c29-98b709d334a7" providerId="ADAL" clId="{92339289-F143-409A-BBE4-F44C8DC0D087}" dt="2023-10-05T16:51:54.788" v="5498" actId="20577"/>
          <ac:spMkLst>
            <pc:docMk/>
            <pc:sldMk cId="3960093226" sldId="266"/>
            <ac:spMk id="6" creationId="{C32EBA02-ABD2-B487-1DE4-D4735BEB7476}"/>
          </ac:spMkLst>
        </pc:spChg>
        <pc:spChg chg="add del">
          <ac:chgData name="Upadhyaya, Pratheek Shankaranarayana" userId="d86132f3-b278-41c2-8c29-98b709d334a7" providerId="ADAL" clId="{92339289-F143-409A-BBE4-F44C8DC0D087}" dt="2023-10-05T16:13:22.028" v="4647" actId="26606"/>
          <ac:spMkLst>
            <pc:docMk/>
            <pc:sldMk cId="3960093226" sldId="266"/>
            <ac:spMk id="9" creationId="{0EB72A9B-FD82-4F09-BF1E-D39311D3A0E3}"/>
          </ac:spMkLst>
        </pc:spChg>
        <pc:spChg chg="add del">
          <ac:chgData name="Upadhyaya, Pratheek Shankaranarayana" userId="d86132f3-b278-41c2-8c29-98b709d334a7" providerId="ADAL" clId="{92339289-F143-409A-BBE4-F44C8DC0D087}" dt="2023-10-05T16:13:22.028" v="4647" actId="26606"/>
          <ac:spMkLst>
            <pc:docMk/>
            <pc:sldMk cId="3960093226" sldId="266"/>
            <ac:spMk id="11" creationId="{DD39B371-6E4E-4070-AB4E-4D788405A5A6}"/>
          </ac:spMkLst>
        </pc:spChg>
        <pc:spChg chg="add del">
          <ac:chgData name="Upadhyaya, Pratheek Shankaranarayana" userId="d86132f3-b278-41c2-8c29-98b709d334a7" providerId="ADAL" clId="{92339289-F143-409A-BBE4-F44C8DC0D087}" dt="2023-10-05T16:13:22.028" v="4647" actId="26606"/>
          <ac:spMkLst>
            <pc:docMk/>
            <pc:sldMk cId="3960093226" sldId="266"/>
            <ac:spMk id="13" creationId="{B937DAED-8BFE-4563-BB45-B5E554D70A84}"/>
          </ac:spMkLst>
        </pc:spChg>
        <pc:graphicFrameChg chg="add del">
          <ac:chgData name="Upadhyaya, Pratheek Shankaranarayana" userId="d86132f3-b278-41c2-8c29-98b709d334a7" providerId="ADAL" clId="{92339289-F143-409A-BBE4-F44C8DC0D087}" dt="2023-10-05T16:13:22.028" v="4647" actId="26606"/>
          <ac:graphicFrameMkLst>
            <pc:docMk/>
            <pc:sldMk cId="3960093226" sldId="266"/>
            <ac:graphicFrameMk id="5" creationId="{D2424A49-34D0-EAE8-8DA5-8404E52A42E9}"/>
          </ac:graphicFrameMkLst>
        </pc:graphicFrameChg>
      </pc:sldChg>
      <pc:sldChg chg="addSp delSp modSp new mod setBg setClrOvrMap">
        <pc:chgData name="Upadhyaya, Pratheek Shankaranarayana" userId="d86132f3-b278-41c2-8c29-98b709d334a7" providerId="ADAL" clId="{92339289-F143-409A-BBE4-F44C8DC0D087}" dt="2023-10-05T14:51:47.058" v="2387" actId="26606"/>
        <pc:sldMkLst>
          <pc:docMk/>
          <pc:sldMk cId="3473742045" sldId="267"/>
        </pc:sldMkLst>
        <pc:spChg chg="mo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2" creationId="{F7B648B7-B33D-7A3E-893A-2BFEE2AC748E}"/>
          </ac:spMkLst>
        </pc:spChg>
        <pc:spChg chg="add del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3" creationId="{F2E59584-75B2-2CFD-BF50-2E198E9F2C48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12" creationId="{904DB13E-F722-4ED6-BB00-556651E95281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14" creationId="{1E8D93C5-28EB-42D0-86CE-D804955653CC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16" creationId="{AB1B1E7D-F76D-4744-AF85-239E6998A4C5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18" creationId="{3BB65211-00DB-45B6-A223-033B2D19CBE8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25" creationId="{EA4E4267-CAF0-4C38-8DC6-CD3B1A9F046E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27" creationId="{0EE3ACC5-126D-4BA4-8B45-7F0B5B839C51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29" creationId="{AB2868F7-FE10-4289-A5BD-90763C7A2F5A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31" creationId="{BD94142C-10EE-487C-A327-404FDF358F22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33" creationId="{5F7FAC2D-7A74-4939-A917-A1A5AF935685}"/>
          </ac:spMkLst>
        </pc:spChg>
        <pc:spChg chg="add">
          <ac:chgData name="Upadhyaya, Pratheek Shankaranarayana" userId="d86132f3-b278-41c2-8c29-98b709d334a7" providerId="ADAL" clId="{92339289-F143-409A-BBE4-F44C8DC0D087}" dt="2023-10-05T14:51:47.058" v="2387" actId="26606"/>
          <ac:spMkLst>
            <pc:docMk/>
            <pc:sldMk cId="3473742045" sldId="267"/>
            <ac:spMk id="35" creationId="{BA53A868-C420-4BAE-9244-EC162AF05CFC}"/>
          </ac:spMkLst>
        </pc:spChg>
        <pc:grpChg chg="add">
          <ac:chgData name="Upadhyaya, Pratheek Shankaranarayana" userId="d86132f3-b278-41c2-8c29-98b709d334a7" providerId="ADAL" clId="{92339289-F143-409A-BBE4-F44C8DC0D087}" dt="2023-10-05T14:51:47.058" v="2387" actId="26606"/>
          <ac:grpSpMkLst>
            <pc:docMk/>
            <pc:sldMk cId="3473742045" sldId="267"/>
            <ac:grpSpMk id="20" creationId="{E26428D7-C6F3-473D-A360-A3F5C3E8728C}"/>
          </ac:grpSpMkLst>
        </pc:grpChg>
        <pc:picChg chg="add del mod ord">
          <ac:chgData name="Upadhyaya, Pratheek Shankaranarayana" userId="d86132f3-b278-41c2-8c29-98b709d334a7" providerId="ADAL" clId="{92339289-F143-409A-BBE4-F44C8DC0D087}" dt="2023-10-05T14:51:36.909" v="2385" actId="22"/>
          <ac:picMkLst>
            <pc:docMk/>
            <pc:sldMk cId="3473742045" sldId="267"/>
            <ac:picMk id="5" creationId="{B6D6433E-84C0-71A9-E9A2-D500C25A8B54}"/>
          </ac:picMkLst>
        </pc:picChg>
        <pc:picChg chg="add mod">
          <ac:chgData name="Upadhyaya, Pratheek Shankaranarayana" userId="d86132f3-b278-41c2-8c29-98b709d334a7" providerId="ADAL" clId="{92339289-F143-409A-BBE4-F44C8DC0D087}" dt="2023-10-05T14:51:47.058" v="2387" actId="26606"/>
          <ac:picMkLst>
            <pc:docMk/>
            <pc:sldMk cId="3473742045" sldId="267"/>
            <ac:picMk id="7" creationId="{331B1745-9729-3F9A-57D1-4EBDD8F9EECA}"/>
          </ac:picMkLst>
        </pc:picChg>
        <pc:cxnChg chg="add">
          <ac:chgData name="Upadhyaya, Pratheek Shankaranarayana" userId="d86132f3-b278-41c2-8c29-98b709d334a7" providerId="ADAL" clId="{92339289-F143-409A-BBE4-F44C8DC0D087}" dt="2023-10-05T14:51:47.058" v="2387" actId="26606"/>
          <ac:cxnSpMkLst>
            <pc:docMk/>
            <pc:sldMk cId="3473742045" sldId="267"/>
            <ac:cxnSpMk id="37" creationId="{C2686EF3-81CC-419F-96C3-002A75880309}"/>
          </ac:cxnSpMkLst>
        </pc:cxnChg>
        <pc:cxnChg chg="add">
          <ac:chgData name="Upadhyaya, Pratheek Shankaranarayana" userId="d86132f3-b278-41c2-8c29-98b709d334a7" providerId="ADAL" clId="{92339289-F143-409A-BBE4-F44C8DC0D087}" dt="2023-10-05T14:51:47.058" v="2387" actId="26606"/>
          <ac:cxnSpMkLst>
            <pc:docMk/>
            <pc:sldMk cId="3473742045" sldId="267"/>
            <ac:cxnSpMk id="39" creationId="{F8D93CCA-A85E-4529-A6F0-8BB54D27BCD1}"/>
          </ac:cxnSpMkLst>
        </pc:cxnChg>
        <pc:cxnChg chg="add">
          <ac:chgData name="Upadhyaya, Pratheek Shankaranarayana" userId="d86132f3-b278-41c2-8c29-98b709d334a7" providerId="ADAL" clId="{92339289-F143-409A-BBE4-F44C8DC0D087}" dt="2023-10-05T14:51:47.058" v="2387" actId="26606"/>
          <ac:cxnSpMkLst>
            <pc:docMk/>
            <pc:sldMk cId="3473742045" sldId="267"/>
            <ac:cxnSpMk id="41" creationId="{1ECFA516-C18C-41AE-AFF2-A0D0A59C9E90}"/>
          </ac:cxnSpMkLst>
        </pc:cxnChg>
      </pc:sldChg>
      <pc:sldChg chg="addSp delSp modSp new mod">
        <pc:chgData name="Upadhyaya, Pratheek Shankaranarayana" userId="d86132f3-b278-41c2-8c29-98b709d334a7" providerId="ADAL" clId="{92339289-F143-409A-BBE4-F44C8DC0D087}" dt="2023-10-05T17:51:37.522" v="6288" actId="20577"/>
        <pc:sldMkLst>
          <pc:docMk/>
          <pc:sldMk cId="2538402675" sldId="268"/>
        </pc:sldMkLst>
        <pc:spChg chg="mod">
          <ac:chgData name="Upadhyaya, Pratheek Shankaranarayana" userId="d86132f3-b278-41c2-8c29-98b709d334a7" providerId="ADAL" clId="{92339289-F143-409A-BBE4-F44C8DC0D087}" dt="2023-10-05T16:19:59.316" v="4846" actId="20577"/>
          <ac:spMkLst>
            <pc:docMk/>
            <pc:sldMk cId="2538402675" sldId="268"/>
            <ac:spMk id="2" creationId="{D38E0E84-807A-FD14-F474-7212CF24A820}"/>
          </ac:spMkLst>
        </pc:spChg>
        <pc:spChg chg="del mod">
          <ac:chgData name="Upadhyaya, Pratheek Shankaranarayana" userId="d86132f3-b278-41c2-8c29-98b709d334a7" providerId="ADAL" clId="{92339289-F143-409A-BBE4-F44C8DC0D087}" dt="2023-10-05T16:55:45.908" v="5573" actId="26606"/>
          <ac:spMkLst>
            <pc:docMk/>
            <pc:sldMk cId="2538402675" sldId="268"/>
            <ac:spMk id="3" creationId="{792D50C1-1232-A636-A274-B68C6F2109D4}"/>
          </ac:spMkLst>
        </pc:spChg>
        <pc:graphicFrameChg chg="add mod">
          <ac:chgData name="Upadhyaya, Pratheek Shankaranarayana" userId="d86132f3-b278-41c2-8c29-98b709d334a7" providerId="ADAL" clId="{92339289-F143-409A-BBE4-F44C8DC0D087}" dt="2023-10-05T17:51:37.522" v="6288" actId="20577"/>
          <ac:graphicFrameMkLst>
            <pc:docMk/>
            <pc:sldMk cId="2538402675" sldId="268"/>
            <ac:graphicFrameMk id="5" creationId="{E7A5D385-624F-A97E-6CD2-4390DD36C39B}"/>
          </ac:graphicFrameMkLst>
        </pc:graphicFrameChg>
      </pc:sldChg>
      <pc:sldChg chg="addSp delSp modSp new mod setBg setClrOvrMap">
        <pc:chgData name="Upadhyaya, Pratheek Shankaranarayana" userId="d86132f3-b278-41c2-8c29-98b709d334a7" providerId="ADAL" clId="{92339289-F143-409A-BBE4-F44C8DC0D087}" dt="2023-10-05T16:59:36.910" v="5638" actId="27636"/>
        <pc:sldMkLst>
          <pc:docMk/>
          <pc:sldMk cId="1629622106" sldId="269"/>
        </pc:sldMkLst>
        <pc:spChg chg="mod">
          <ac:chgData name="Upadhyaya, Pratheek Shankaranarayana" userId="d86132f3-b278-41c2-8c29-98b709d334a7" providerId="ADAL" clId="{92339289-F143-409A-BBE4-F44C8DC0D087}" dt="2023-10-05T16:59:36.910" v="5638" actId="27636"/>
          <ac:spMkLst>
            <pc:docMk/>
            <pc:sldMk cId="1629622106" sldId="269"/>
            <ac:spMk id="2" creationId="{6A153C88-BB85-A15F-589A-0D29D40ADA81}"/>
          </ac:spMkLst>
        </pc:spChg>
        <pc:spChg chg="del mod">
          <ac:chgData name="Upadhyaya, Pratheek Shankaranarayana" userId="d86132f3-b278-41c2-8c29-98b709d334a7" providerId="ADAL" clId="{92339289-F143-409A-BBE4-F44C8DC0D087}" dt="2023-10-05T16:57:32.416" v="5622" actId="478"/>
          <ac:spMkLst>
            <pc:docMk/>
            <pc:sldMk cId="1629622106" sldId="269"/>
            <ac:spMk id="3" creationId="{C9CC08C3-460B-CFAA-29B9-69585153B6C8}"/>
          </ac:spMkLst>
        </pc:spChg>
        <pc:spChg chg="add del mod">
          <ac:chgData name="Upadhyaya, Pratheek Shankaranarayana" userId="d86132f3-b278-41c2-8c29-98b709d334a7" providerId="ADAL" clId="{92339289-F143-409A-BBE4-F44C8DC0D087}" dt="2023-10-05T16:58:19.625" v="5624" actId="478"/>
          <ac:spMkLst>
            <pc:docMk/>
            <pc:sldMk cId="1629622106" sldId="269"/>
            <ac:spMk id="5" creationId="{EF2021E6-CD07-9D1A-631B-37EC5C8CACC7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12" creationId="{904DB13E-F722-4ED6-BB00-556651E95281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14" creationId="{1E8D93C5-28EB-42D0-86CE-D804955653CC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16" creationId="{AB1B1E7D-F76D-4744-AF85-239E6998A4C5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18" creationId="{3BB65211-00DB-45B6-A223-033B2D19CBE8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25" creationId="{EA4E4267-CAF0-4C38-8DC6-CD3B1A9F046E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27" creationId="{0EE3ACC5-126D-4BA4-8B45-7F0B5B839C51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29" creationId="{AB2868F7-FE10-4289-A5BD-90763C7A2F5A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31" creationId="{BD94142C-10EE-487C-A327-404FDF358F22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33" creationId="{5F7FAC2D-7A74-4939-A917-A1A5AF935685}"/>
          </ac:spMkLst>
        </pc:spChg>
        <pc:spChg chg="add del">
          <ac:chgData name="Upadhyaya, Pratheek Shankaranarayana" userId="d86132f3-b278-41c2-8c29-98b709d334a7" providerId="ADAL" clId="{92339289-F143-409A-BBE4-F44C8DC0D087}" dt="2023-10-05T16:58:33.295" v="5627" actId="26606"/>
          <ac:spMkLst>
            <pc:docMk/>
            <pc:sldMk cId="1629622106" sldId="269"/>
            <ac:spMk id="35" creationId="{BA53A868-C420-4BAE-9244-EC162AF05CFC}"/>
          </ac:spMkLst>
        </pc:spChg>
        <pc:grpChg chg="add del">
          <ac:chgData name="Upadhyaya, Pratheek Shankaranarayana" userId="d86132f3-b278-41c2-8c29-98b709d334a7" providerId="ADAL" clId="{92339289-F143-409A-BBE4-F44C8DC0D087}" dt="2023-10-05T16:58:33.295" v="5627" actId="26606"/>
          <ac:grpSpMkLst>
            <pc:docMk/>
            <pc:sldMk cId="1629622106" sldId="269"/>
            <ac:grpSpMk id="20" creationId="{E26428D7-C6F3-473D-A360-A3F5C3E8728C}"/>
          </ac:grpSpMkLst>
        </pc:grpChg>
        <pc:picChg chg="add mod">
          <ac:chgData name="Upadhyaya, Pratheek Shankaranarayana" userId="d86132f3-b278-41c2-8c29-98b709d334a7" providerId="ADAL" clId="{92339289-F143-409A-BBE4-F44C8DC0D087}" dt="2023-10-05T16:59:32.041" v="5636" actId="1076"/>
          <ac:picMkLst>
            <pc:docMk/>
            <pc:sldMk cId="1629622106" sldId="269"/>
            <ac:picMk id="7" creationId="{7601D6E4-47F7-FFAB-1701-AA8C496F6016}"/>
          </ac:picMkLst>
        </pc:picChg>
        <pc:cxnChg chg="add del">
          <ac:chgData name="Upadhyaya, Pratheek Shankaranarayana" userId="d86132f3-b278-41c2-8c29-98b709d334a7" providerId="ADAL" clId="{92339289-F143-409A-BBE4-F44C8DC0D087}" dt="2023-10-05T16:58:33.295" v="5627" actId="26606"/>
          <ac:cxnSpMkLst>
            <pc:docMk/>
            <pc:sldMk cId="1629622106" sldId="269"/>
            <ac:cxnSpMk id="37" creationId="{C2686EF3-81CC-419F-96C3-002A75880309}"/>
          </ac:cxnSpMkLst>
        </pc:cxnChg>
        <pc:cxnChg chg="add del">
          <ac:chgData name="Upadhyaya, Pratheek Shankaranarayana" userId="d86132f3-b278-41c2-8c29-98b709d334a7" providerId="ADAL" clId="{92339289-F143-409A-BBE4-F44C8DC0D087}" dt="2023-10-05T16:58:33.295" v="5627" actId="26606"/>
          <ac:cxnSpMkLst>
            <pc:docMk/>
            <pc:sldMk cId="1629622106" sldId="269"/>
            <ac:cxnSpMk id="39" creationId="{F8D93CCA-A85E-4529-A6F0-8BB54D27BCD1}"/>
          </ac:cxnSpMkLst>
        </pc:cxnChg>
        <pc:cxnChg chg="add del">
          <ac:chgData name="Upadhyaya, Pratheek Shankaranarayana" userId="d86132f3-b278-41c2-8c29-98b709d334a7" providerId="ADAL" clId="{92339289-F143-409A-BBE4-F44C8DC0D087}" dt="2023-10-05T16:58:33.295" v="5627" actId="26606"/>
          <ac:cxnSpMkLst>
            <pc:docMk/>
            <pc:sldMk cId="1629622106" sldId="269"/>
            <ac:cxnSpMk id="41" creationId="{1ECFA516-C18C-41AE-AFF2-A0D0A59C9E90}"/>
          </ac:cxnSpMkLst>
        </pc:cxnChg>
      </pc:sldChg>
      <pc:sldChg chg="addSp modSp new mod">
        <pc:chgData name="Upadhyaya, Pratheek Shankaranarayana" userId="d86132f3-b278-41c2-8c29-98b709d334a7" providerId="ADAL" clId="{92339289-F143-409A-BBE4-F44C8DC0D087}" dt="2023-10-05T17:30:26.207" v="6153" actId="20577"/>
        <pc:sldMkLst>
          <pc:docMk/>
          <pc:sldMk cId="832303675" sldId="270"/>
        </pc:sldMkLst>
        <pc:spChg chg="mod">
          <ac:chgData name="Upadhyaya, Pratheek Shankaranarayana" userId="d86132f3-b278-41c2-8c29-98b709d334a7" providerId="ADAL" clId="{92339289-F143-409A-BBE4-F44C8DC0D087}" dt="2023-10-05T17:16:49.407" v="5647" actId="20577"/>
          <ac:spMkLst>
            <pc:docMk/>
            <pc:sldMk cId="832303675" sldId="270"/>
            <ac:spMk id="2" creationId="{2EF778AB-6525-D84C-05C1-33BC8E50480A}"/>
          </ac:spMkLst>
        </pc:spChg>
        <pc:spChg chg="mod">
          <ac:chgData name="Upadhyaya, Pratheek Shankaranarayana" userId="d86132f3-b278-41c2-8c29-98b709d334a7" providerId="ADAL" clId="{92339289-F143-409A-BBE4-F44C8DC0D087}" dt="2023-10-05T17:23:41.595" v="6017" actId="1076"/>
          <ac:spMkLst>
            <pc:docMk/>
            <pc:sldMk cId="832303675" sldId="270"/>
            <ac:spMk id="3" creationId="{F9CB8BCC-D831-4338-8438-DA28A2190A89}"/>
          </ac:spMkLst>
        </pc:spChg>
        <pc:spChg chg="add mod">
          <ac:chgData name="Upadhyaya, Pratheek Shankaranarayana" userId="d86132f3-b278-41c2-8c29-98b709d334a7" providerId="ADAL" clId="{92339289-F143-409A-BBE4-F44C8DC0D087}" dt="2023-10-05T17:29:13.337" v="6111" actId="113"/>
          <ac:spMkLst>
            <pc:docMk/>
            <pc:sldMk cId="832303675" sldId="270"/>
            <ac:spMk id="6" creationId="{7B8C8141-C640-5E5B-7D90-6EF034D99F0F}"/>
          </ac:spMkLst>
        </pc:spChg>
        <pc:spChg chg="add mod">
          <ac:chgData name="Upadhyaya, Pratheek Shankaranarayana" userId="d86132f3-b278-41c2-8c29-98b709d334a7" providerId="ADAL" clId="{92339289-F143-409A-BBE4-F44C8DC0D087}" dt="2023-10-05T17:30:26.207" v="6153" actId="20577"/>
          <ac:spMkLst>
            <pc:docMk/>
            <pc:sldMk cId="832303675" sldId="270"/>
            <ac:spMk id="7" creationId="{7FD84522-B2D1-465D-B9DE-EAD89484B221}"/>
          </ac:spMkLst>
        </pc:spChg>
        <pc:picChg chg="add mod">
          <ac:chgData name="Upadhyaya, Pratheek Shankaranarayana" userId="d86132f3-b278-41c2-8c29-98b709d334a7" providerId="ADAL" clId="{92339289-F143-409A-BBE4-F44C8DC0D087}" dt="2023-10-05T17:29:05.025" v="6109" actId="1076"/>
          <ac:picMkLst>
            <pc:docMk/>
            <pc:sldMk cId="832303675" sldId="270"/>
            <ac:picMk id="5" creationId="{B008C08A-09CD-7E88-D3B9-AA34D54E1A72}"/>
          </ac:picMkLst>
        </pc:picChg>
      </pc:sldChg>
      <pc:sldChg chg="addSp modSp new mod">
        <pc:chgData name="Upadhyaya, Pratheek Shankaranarayana" userId="d86132f3-b278-41c2-8c29-98b709d334a7" providerId="ADAL" clId="{92339289-F143-409A-BBE4-F44C8DC0D087}" dt="2023-10-05T17:39:10.992" v="6203" actId="1076"/>
        <pc:sldMkLst>
          <pc:docMk/>
          <pc:sldMk cId="3790935791" sldId="271"/>
        </pc:sldMkLst>
        <pc:spChg chg="mod">
          <ac:chgData name="Upadhyaya, Pratheek Shankaranarayana" userId="d86132f3-b278-41c2-8c29-98b709d334a7" providerId="ADAL" clId="{92339289-F143-409A-BBE4-F44C8DC0D087}" dt="2023-10-05T17:38:55.873" v="6202" actId="1076"/>
          <ac:spMkLst>
            <pc:docMk/>
            <pc:sldMk cId="3790935791" sldId="271"/>
            <ac:spMk id="2" creationId="{FCE26595-AA67-8D72-526D-2640F20EC343}"/>
          </ac:spMkLst>
        </pc:spChg>
        <pc:picChg chg="add mod">
          <ac:chgData name="Upadhyaya, Pratheek Shankaranarayana" userId="d86132f3-b278-41c2-8c29-98b709d334a7" providerId="ADAL" clId="{92339289-F143-409A-BBE4-F44C8DC0D087}" dt="2023-10-05T17:39:10.992" v="6203" actId="1076"/>
          <ac:picMkLst>
            <pc:docMk/>
            <pc:sldMk cId="3790935791" sldId="271"/>
            <ac:picMk id="5" creationId="{5063BF74-3DEB-E413-8770-B9B56ED34796}"/>
          </ac:picMkLst>
        </pc:picChg>
        <pc:picChg chg="add mod">
          <ac:chgData name="Upadhyaya, Pratheek Shankaranarayana" userId="d86132f3-b278-41c2-8c29-98b709d334a7" providerId="ADAL" clId="{92339289-F143-409A-BBE4-F44C8DC0D087}" dt="2023-10-05T17:38:29.090" v="6188" actId="1076"/>
          <ac:picMkLst>
            <pc:docMk/>
            <pc:sldMk cId="3790935791" sldId="271"/>
            <ac:picMk id="7" creationId="{C01AF071-0C94-E3C8-2189-0F938D2EED3D}"/>
          </ac:picMkLst>
        </pc:picChg>
      </pc:sldChg>
      <pc:sldChg chg="addSp delSp modSp new mod">
        <pc:chgData name="Upadhyaya, Pratheek Shankaranarayana" userId="d86132f3-b278-41c2-8c29-98b709d334a7" providerId="ADAL" clId="{92339289-F143-409A-BBE4-F44C8DC0D087}" dt="2023-10-05T17:56:29.437" v="6597" actId="1076"/>
        <pc:sldMkLst>
          <pc:docMk/>
          <pc:sldMk cId="2995450452" sldId="272"/>
        </pc:sldMkLst>
        <pc:spChg chg="del">
          <ac:chgData name="Upadhyaya, Pratheek Shankaranarayana" userId="d86132f3-b278-41c2-8c29-98b709d334a7" providerId="ADAL" clId="{92339289-F143-409A-BBE4-F44C8DC0D087}" dt="2023-10-05T17:55:45.577" v="6587" actId="478"/>
          <ac:spMkLst>
            <pc:docMk/>
            <pc:sldMk cId="2995450452" sldId="272"/>
            <ac:spMk id="2" creationId="{AB003C65-8E7C-CAA6-B7DF-B94B98B3C7A9}"/>
          </ac:spMkLst>
        </pc:spChg>
        <pc:spChg chg="del">
          <ac:chgData name="Upadhyaya, Pratheek Shankaranarayana" userId="d86132f3-b278-41c2-8c29-98b709d334a7" providerId="ADAL" clId="{92339289-F143-409A-BBE4-F44C8DC0D087}" dt="2023-10-05T17:55:48.341" v="6588" actId="478"/>
          <ac:spMkLst>
            <pc:docMk/>
            <pc:sldMk cId="2995450452" sldId="272"/>
            <ac:spMk id="3" creationId="{5864511F-158C-B331-8995-5EEC8757A306}"/>
          </ac:spMkLst>
        </pc:spChg>
        <pc:spChg chg="add mod">
          <ac:chgData name="Upadhyaya, Pratheek Shankaranarayana" userId="d86132f3-b278-41c2-8c29-98b709d334a7" providerId="ADAL" clId="{92339289-F143-409A-BBE4-F44C8DC0D087}" dt="2023-10-05T17:56:06.313" v="6594" actId="13822"/>
          <ac:spMkLst>
            <pc:docMk/>
            <pc:sldMk cId="2995450452" sldId="272"/>
            <ac:spMk id="4" creationId="{BF05E9EC-8B8B-063C-2D70-7658D6AA6E8D}"/>
          </ac:spMkLst>
        </pc:spChg>
        <pc:spChg chg="add mod">
          <ac:chgData name="Upadhyaya, Pratheek Shankaranarayana" userId="d86132f3-b278-41c2-8c29-98b709d334a7" providerId="ADAL" clId="{92339289-F143-409A-BBE4-F44C8DC0D087}" dt="2023-10-05T17:56:15.077" v="6595" actId="13822"/>
          <ac:spMkLst>
            <pc:docMk/>
            <pc:sldMk cId="2995450452" sldId="272"/>
            <ac:spMk id="5" creationId="{FD842416-0505-AF7C-BBFC-FD1042D7792B}"/>
          </ac:spMkLst>
        </pc:spChg>
        <pc:spChg chg="add del mod">
          <ac:chgData name="Upadhyaya, Pratheek Shankaranarayana" userId="d86132f3-b278-41c2-8c29-98b709d334a7" providerId="ADAL" clId="{92339289-F143-409A-BBE4-F44C8DC0D087}" dt="2023-10-05T17:54:51.871" v="6488" actId="478"/>
          <ac:spMkLst>
            <pc:docMk/>
            <pc:sldMk cId="2995450452" sldId="272"/>
            <ac:spMk id="6" creationId="{116E1BA9-6B8A-906C-E394-053386DB7882}"/>
          </ac:spMkLst>
        </pc:spChg>
        <pc:spChg chg="add mod">
          <ac:chgData name="Upadhyaya, Pratheek Shankaranarayana" userId="d86132f3-b278-41c2-8c29-98b709d334a7" providerId="ADAL" clId="{92339289-F143-409A-BBE4-F44C8DC0D087}" dt="2023-10-05T17:56:29.437" v="6597" actId="1076"/>
          <ac:spMkLst>
            <pc:docMk/>
            <pc:sldMk cId="2995450452" sldId="272"/>
            <ac:spMk id="7" creationId="{EAAD1DA8-F611-2F3B-C4FB-A211E54914D8}"/>
          </ac:spMkLst>
        </pc:spChg>
      </pc:sldChg>
      <pc:sldChg chg="modSp new del mod">
        <pc:chgData name="Upadhyaya, Pratheek Shankaranarayana" userId="d86132f3-b278-41c2-8c29-98b709d334a7" providerId="ADAL" clId="{92339289-F143-409A-BBE4-F44C8DC0D087}" dt="2023-10-05T17:45:56.882" v="6236" actId="47"/>
        <pc:sldMkLst>
          <pc:docMk/>
          <pc:sldMk cId="4010170705" sldId="272"/>
        </pc:sldMkLst>
        <pc:spChg chg="mod">
          <ac:chgData name="Upadhyaya, Pratheek Shankaranarayana" userId="d86132f3-b278-41c2-8c29-98b709d334a7" providerId="ADAL" clId="{92339289-F143-409A-BBE4-F44C8DC0D087}" dt="2023-10-05T17:39:24.431" v="6235" actId="20577"/>
          <ac:spMkLst>
            <pc:docMk/>
            <pc:sldMk cId="4010170705" sldId="272"/>
            <ac:spMk id="2" creationId="{1550CA22-365A-BA89-D288-4ED09BA029EB}"/>
          </ac:spMkLst>
        </pc:spChg>
      </pc:sldChg>
      <pc:sldMasterChg chg="del delSldLayout">
        <pc:chgData name="Upadhyaya, Pratheek Shankaranarayana" userId="d86132f3-b278-41c2-8c29-98b709d334a7" providerId="ADAL" clId="{92339289-F143-409A-BBE4-F44C8DC0D087}" dt="2023-10-05T17:35:19.007" v="6155" actId="47"/>
        <pc:sldMasterMkLst>
          <pc:docMk/>
          <pc:sldMasterMk cId="1330370195" sldId="2147483648"/>
        </pc:sldMasterMkLst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2294901998" sldId="2147483649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2383546275" sldId="2147483650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3298676137" sldId="2147483651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777179196" sldId="2147483652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1556314177" sldId="2147483653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2561344718" sldId="2147483654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3067987902" sldId="2147483655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1870206908" sldId="2147483656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589881355" sldId="2147483657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2821436251" sldId="2147483658"/>
          </pc:sldLayoutMkLst>
        </pc:sldLayoutChg>
        <pc:sldLayoutChg chg="del">
          <pc:chgData name="Upadhyaya, Pratheek Shankaranarayana" userId="d86132f3-b278-41c2-8c29-98b709d334a7" providerId="ADAL" clId="{92339289-F143-409A-BBE4-F44C8DC0D087}" dt="2023-10-05T17:35:19.007" v="6155" actId="47"/>
          <pc:sldLayoutMkLst>
            <pc:docMk/>
            <pc:sldMasterMk cId="1330370195" sldId="2147483648"/>
            <pc:sldLayoutMk cId="2209523879" sldId="2147483659"/>
          </pc:sldLayoutMkLst>
        </pc:sldLayoutChg>
      </pc:sldMasterChg>
    </pc:docChg>
  </pc:docChgLst>
  <pc:docChgLst>
    <pc:chgData name="Upadhyaya, Pratheek Shankaranarayana" userId="d86132f3-b278-41c2-8c29-98b709d334a7" providerId="ADAL" clId="{4A0CFF6A-1D40-4487-8953-E098047A2A05}"/>
    <pc:docChg chg="modSld">
      <pc:chgData name="Upadhyaya, Pratheek Shankaranarayana" userId="d86132f3-b278-41c2-8c29-98b709d334a7" providerId="ADAL" clId="{4A0CFF6A-1D40-4487-8953-E098047A2A05}" dt="2024-08-07T19:39:23.260" v="34" actId="20577"/>
      <pc:docMkLst>
        <pc:docMk/>
      </pc:docMkLst>
      <pc:sldChg chg="modSp mod">
        <pc:chgData name="Upadhyaya, Pratheek Shankaranarayana" userId="d86132f3-b278-41c2-8c29-98b709d334a7" providerId="ADAL" clId="{4A0CFF6A-1D40-4487-8953-E098047A2A05}" dt="2024-08-07T19:39:23.260" v="34" actId="20577"/>
        <pc:sldMkLst>
          <pc:docMk/>
          <pc:sldMk cId="1657509340" sldId="262"/>
        </pc:sldMkLst>
        <pc:spChg chg="mod">
          <ac:chgData name="Upadhyaya, Pratheek Shankaranarayana" userId="d86132f3-b278-41c2-8c29-98b709d334a7" providerId="ADAL" clId="{4A0CFF6A-1D40-4487-8953-E098047A2A05}" dt="2024-08-07T19:39:23.260" v="34" actId="20577"/>
          <ac:spMkLst>
            <pc:docMk/>
            <pc:sldMk cId="1657509340" sldId="262"/>
            <ac:spMk id="3" creationId="{3AE3C7C5-6B43-278B-F54E-1FD68927BF1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6D27F7-914D-4F8D-A0D5-C0E7707FEAFE}" type="doc">
      <dgm:prSet loTypeId="urn:microsoft.com/office/officeart/2018/2/layout/IconVerticalSolidList" loCatId="icon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FCEDD6-B5F9-4BE8-88CD-CA0BA0C87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/>
            <a:t>An open interface designed for communication between the near-RT RIC and the E2 Nodes (CU/CU-CP/CU-UP/DU).</a:t>
          </a:r>
        </a:p>
      </dgm:t>
    </dgm:pt>
    <dgm:pt modelId="{3C2CB435-3D1F-42C3-B5D1-14C0FCBF025E}" type="parTrans" cxnId="{AE3F0C9A-22E6-4FE7-A032-3AE26F50261A}">
      <dgm:prSet/>
      <dgm:spPr/>
      <dgm:t>
        <a:bodyPr/>
        <a:lstStyle/>
        <a:p>
          <a:endParaRPr lang="en-US"/>
        </a:p>
      </dgm:t>
    </dgm:pt>
    <dgm:pt modelId="{6693EE5A-0D2B-4698-9130-4F215078C75C}" type="sibTrans" cxnId="{AE3F0C9A-22E6-4FE7-A032-3AE26F50261A}">
      <dgm:prSet/>
      <dgm:spPr/>
      <dgm:t>
        <a:bodyPr/>
        <a:lstStyle/>
        <a:p>
          <a:endParaRPr lang="en-US"/>
        </a:p>
      </dgm:t>
    </dgm:pt>
    <dgm:pt modelId="{60CABED6-5791-4647-9FEE-06C8C494F8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E2 Application Protocol (E2AP) is the basic procedural protocol that co-ordinates communication between near-RT RIC and E2 nodes.</a:t>
          </a:r>
        </a:p>
      </dgm:t>
    </dgm:pt>
    <dgm:pt modelId="{A60902E8-3A9E-41A8-B2BE-63E196A6C4C1}" type="parTrans" cxnId="{BA7C8B16-F1BD-4116-A284-6206D3670876}">
      <dgm:prSet/>
      <dgm:spPr/>
      <dgm:t>
        <a:bodyPr/>
        <a:lstStyle/>
        <a:p>
          <a:endParaRPr lang="en-US"/>
        </a:p>
      </dgm:t>
    </dgm:pt>
    <dgm:pt modelId="{4522F450-2C68-4DA1-BCFA-F99C84EBC20F}" type="sibTrans" cxnId="{BA7C8B16-F1BD-4116-A284-6206D3670876}">
      <dgm:prSet/>
      <dgm:spPr/>
      <dgm:t>
        <a:bodyPr/>
        <a:lstStyle/>
        <a:p>
          <a:endParaRPr lang="en-US"/>
        </a:p>
      </dgm:t>
    </dgm:pt>
    <dgm:pt modelId="{F50EF93D-C722-439B-974B-96B450174F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Every RIC and CU/DU should follow E2AP (same message structure and procedures).</a:t>
          </a:r>
        </a:p>
      </dgm:t>
    </dgm:pt>
    <dgm:pt modelId="{638BB17A-3A43-4672-90D7-AD09B4695DC7}" type="parTrans" cxnId="{6FE64F6E-B108-4DD8-96DE-612450E249C8}">
      <dgm:prSet/>
      <dgm:spPr/>
      <dgm:t>
        <a:bodyPr/>
        <a:lstStyle/>
        <a:p>
          <a:endParaRPr lang="en-US"/>
        </a:p>
      </dgm:t>
    </dgm:pt>
    <dgm:pt modelId="{8A39EF7B-8FA0-4549-A8FD-8C1EC86034C4}" type="sibTrans" cxnId="{6FE64F6E-B108-4DD8-96DE-612450E249C8}">
      <dgm:prSet/>
      <dgm:spPr/>
      <dgm:t>
        <a:bodyPr/>
        <a:lstStyle/>
        <a:p>
          <a:endParaRPr lang="en-US"/>
        </a:p>
      </dgm:t>
    </dgm:pt>
    <dgm:pt modelId="{2652B966-62CE-4463-8956-9FCF7AF102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 Function Specific messages are conveyed through E2 Service Models (E2SM)</a:t>
          </a:r>
        </a:p>
      </dgm:t>
    </dgm:pt>
    <dgm:pt modelId="{C40EEB81-86AE-4487-9FEE-FAF6E4BA8F89}" type="parTrans" cxnId="{862302A5-D33A-45C6-81DF-24DA83A59524}">
      <dgm:prSet/>
      <dgm:spPr/>
      <dgm:t>
        <a:bodyPr/>
        <a:lstStyle/>
        <a:p>
          <a:endParaRPr lang="en-US"/>
        </a:p>
      </dgm:t>
    </dgm:pt>
    <dgm:pt modelId="{7FE0A536-8862-4B4E-814C-E381D8CB04F3}" type="sibTrans" cxnId="{862302A5-D33A-45C6-81DF-24DA83A59524}">
      <dgm:prSet/>
      <dgm:spPr/>
      <dgm:t>
        <a:bodyPr/>
        <a:lstStyle/>
        <a:p>
          <a:endParaRPr lang="en-US"/>
        </a:p>
      </dgm:t>
    </dgm:pt>
    <dgm:pt modelId="{C394E8AD-2EC4-46D6-BD51-40A9458E935A}" type="pres">
      <dgm:prSet presAssocID="{956D27F7-914D-4F8D-A0D5-C0E7707FEAFE}" presName="root" presStyleCnt="0">
        <dgm:presLayoutVars>
          <dgm:dir/>
          <dgm:resizeHandles val="exact"/>
        </dgm:presLayoutVars>
      </dgm:prSet>
      <dgm:spPr/>
    </dgm:pt>
    <dgm:pt modelId="{F68DCB2C-1F4D-420C-B628-FDEEF586C896}" type="pres">
      <dgm:prSet presAssocID="{83FCEDD6-B5F9-4BE8-88CD-CA0BA0C879D2}" presName="compNode" presStyleCnt="0"/>
      <dgm:spPr/>
    </dgm:pt>
    <dgm:pt modelId="{628CBC63-D5E1-4B82-A1EE-A2EFBFF6B6A8}" type="pres">
      <dgm:prSet presAssocID="{83FCEDD6-B5F9-4BE8-88CD-CA0BA0C879D2}" presName="bgRect" presStyleLbl="bgShp" presStyleIdx="0" presStyleCnt="4"/>
      <dgm:spPr/>
    </dgm:pt>
    <dgm:pt modelId="{52C463A4-466C-4155-B21A-92A1C3159FFF}" type="pres">
      <dgm:prSet presAssocID="{83FCEDD6-B5F9-4BE8-88CD-CA0BA0C879D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96F194A-03C3-401A-8F81-2BC5BEDCB7BD}" type="pres">
      <dgm:prSet presAssocID="{83FCEDD6-B5F9-4BE8-88CD-CA0BA0C879D2}" presName="spaceRect" presStyleCnt="0"/>
      <dgm:spPr/>
    </dgm:pt>
    <dgm:pt modelId="{2A0C58BA-177E-4760-8904-FBA484982509}" type="pres">
      <dgm:prSet presAssocID="{83FCEDD6-B5F9-4BE8-88CD-CA0BA0C879D2}" presName="parTx" presStyleLbl="revTx" presStyleIdx="0" presStyleCnt="4">
        <dgm:presLayoutVars>
          <dgm:chMax val="0"/>
          <dgm:chPref val="0"/>
        </dgm:presLayoutVars>
      </dgm:prSet>
      <dgm:spPr/>
    </dgm:pt>
    <dgm:pt modelId="{D3E04D74-6E39-4413-9D01-F40CBDF6C918}" type="pres">
      <dgm:prSet presAssocID="{6693EE5A-0D2B-4698-9130-4F215078C75C}" presName="sibTrans" presStyleCnt="0"/>
      <dgm:spPr/>
    </dgm:pt>
    <dgm:pt modelId="{25FC67B1-3DB0-4F9D-A9AC-97B4F2961C6C}" type="pres">
      <dgm:prSet presAssocID="{60CABED6-5791-4647-9FEE-06C8C494F85F}" presName="compNode" presStyleCnt="0"/>
      <dgm:spPr/>
    </dgm:pt>
    <dgm:pt modelId="{765E4B5D-7D57-4AB5-89F6-DEF442CCE258}" type="pres">
      <dgm:prSet presAssocID="{60CABED6-5791-4647-9FEE-06C8C494F85F}" presName="bgRect" presStyleLbl="bgShp" presStyleIdx="1" presStyleCnt="4"/>
      <dgm:spPr/>
    </dgm:pt>
    <dgm:pt modelId="{74978A16-EA51-4782-94BB-CF9DD1C5AB9A}" type="pres">
      <dgm:prSet presAssocID="{60CABED6-5791-4647-9FEE-06C8C494F85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66CECB8-8675-4D65-A2A1-6810B7A61127}" type="pres">
      <dgm:prSet presAssocID="{60CABED6-5791-4647-9FEE-06C8C494F85F}" presName="spaceRect" presStyleCnt="0"/>
      <dgm:spPr/>
    </dgm:pt>
    <dgm:pt modelId="{83455E57-9588-4ED5-ACBD-E6D63B462E8E}" type="pres">
      <dgm:prSet presAssocID="{60CABED6-5791-4647-9FEE-06C8C494F85F}" presName="parTx" presStyleLbl="revTx" presStyleIdx="1" presStyleCnt="4">
        <dgm:presLayoutVars>
          <dgm:chMax val="0"/>
          <dgm:chPref val="0"/>
        </dgm:presLayoutVars>
      </dgm:prSet>
      <dgm:spPr/>
    </dgm:pt>
    <dgm:pt modelId="{F523A72F-3F57-44AE-9FE6-8746E38A8CE1}" type="pres">
      <dgm:prSet presAssocID="{4522F450-2C68-4DA1-BCFA-F99C84EBC20F}" presName="sibTrans" presStyleCnt="0"/>
      <dgm:spPr/>
    </dgm:pt>
    <dgm:pt modelId="{4B726DB4-7852-45FC-A715-F0909576A89E}" type="pres">
      <dgm:prSet presAssocID="{F50EF93D-C722-439B-974B-96B450174FF3}" presName="compNode" presStyleCnt="0"/>
      <dgm:spPr/>
    </dgm:pt>
    <dgm:pt modelId="{92ED42B1-3CC4-4B8C-B5F9-21A1D11EC618}" type="pres">
      <dgm:prSet presAssocID="{F50EF93D-C722-439B-974B-96B450174FF3}" presName="bgRect" presStyleLbl="bgShp" presStyleIdx="2" presStyleCnt="4"/>
      <dgm:spPr/>
    </dgm:pt>
    <dgm:pt modelId="{0D84D645-E9DB-41B6-A121-F4BFB5ADB2E8}" type="pres">
      <dgm:prSet presAssocID="{F50EF93D-C722-439B-974B-96B450174F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A35A655-0BF8-46E5-8C50-EFD13981E08D}" type="pres">
      <dgm:prSet presAssocID="{F50EF93D-C722-439B-974B-96B450174FF3}" presName="spaceRect" presStyleCnt="0"/>
      <dgm:spPr/>
    </dgm:pt>
    <dgm:pt modelId="{20A78A95-B564-4005-BCDC-A8B713C28A63}" type="pres">
      <dgm:prSet presAssocID="{F50EF93D-C722-439B-974B-96B450174FF3}" presName="parTx" presStyleLbl="revTx" presStyleIdx="2" presStyleCnt="4">
        <dgm:presLayoutVars>
          <dgm:chMax val="0"/>
          <dgm:chPref val="0"/>
        </dgm:presLayoutVars>
      </dgm:prSet>
      <dgm:spPr/>
    </dgm:pt>
    <dgm:pt modelId="{96501ABC-0822-471A-AF37-B7D97AD00458}" type="pres">
      <dgm:prSet presAssocID="{8A39EF7B-8FA0-4549-A8FD-8C1EC86034C4}" presName="sibTrans" presStyleCnt="0"/>
      <dgm:spPr/>
    </dgm:pt>
    <dgm:pt modelId="{30E1AF21-F073-4B45-B143-CF87DA7778FA}" type="pres">
      <dgm:prSet presAssocID="{2652B966-62CE-4463-8956-9FCF7AF102B0}" presName="compNode" presStyleCnt="0"/>
      <dgm:spPr/>
    </dgm:pt>
    <dgm:pt modelId="{0B74BC51-B1F4-4517-BDEC-3AC3BCE45A94}" type="pres">
      <dgm:prSet presAssocID="{2652B966-62CE-4463-8956-9FCF7AF102B0}" presName="bgRect" presStyleLbl="bgShp" presStyleIdx="3" presStyleCnt="4"/>
      <dgm:spPr/>
    </dgm:pt>
    <dgm:pt modelId="{C84E1042-E271-46CA-8012-F905541D1648}" type="pres">
      <dgm:prSet presAssocID="{2652B966-62CE-4463-8956-9FCF7AF102B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30CAA4BF-3B64-4E42-AF6F-83E891ED5034}" type="pres">
      <dgm:prSet presAssocID="{2652B966-62CE-4463-8956-9FCF7AF102B0}" presName="spaceRect" presStyleCnt="0"/>
      <dgm:spPr/>
    </dgm:pt>
    <dgm:pt modelId="{32FB49D2-5A20-4CC4-9333-38BEC0BA7786}" type="pres">
      <dgm:prSet presAssocID="{2652B966-62CE-4463-8956-9FCF7AF102B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A7C8B16-F1BD-4116-A284-6206D3670876}" srcId="{956D27F7-914D-4F8D-A0D5-C0E7707FEAFE}" destId="{60CABED6-5791-4647-9FEE-06C8C494F85F}" srcOrd="1" destOrd="0" parTransId="{A60902E8-3A9E-41A8-B2BE-63E196A6C4C1}" sibTransId="{4522F450-2C68-4DA1-BCFA-F99C84EBC20F}"/>
    <dgm:cxn modelId="{6FE64F6E-B108-4DD8-96DE-612450E249C8}" srcId="{956D27F7-914D-4F8D-A0D5-C0E7707FEAFE}" destId="{F50EF93D-C722-439B-974B-96B450174FF3}" srcOrd="2" destOrd="0" parTransId="{638BB17A-3A43-4672-90D7-AD09B4695DC7}" sibTransId="{8A39EF7B-8FA0-4549-A8FD-8C1EC86034C4}"/>
    <dgm:cxn modelId="{06766095-9AC7-4BEB-9D3B-1C5B00824DE7}" type="presOf" srcId="{60CABED6-5791-4647-9FEE-06C8C494F85F}" destId="{83455E57-9588-4ED5-ACBD-E6D63B462E8E}" srcOrd="0" destOrd="0" presId="urn:microsoft.com/office/officeart/2018/2/layout/IconVerticalSolidList"/>
    <dgm:cxn modelId="{AE3F0C9A-22E6-4FE7-A032-3AE26F50261A}" srcId="{956D27F7-914D-4F8D-A0D5-C0E7707FEAFE}" destId="{83FCEDD6-B5F9-4BE8-88CD-CA0BA0C879D2}" srcOrd="0" destOrd="0" parTransId="{3C2CB435-3D1F-42C3-B5D1-14C0FCBF025E}" sibTransId="{6693EE5A-0D2B-4698-9130-4F215078C75C}"/>
    <dgm:cxn modelId="{862302A5-D33A-45C6-81DF-24DA83A59524}" srcId="{956D27F7-914D-4F8D-A0D5-C0E7707FEAFE}" destId="{2652B966-62CE-4463-8956-9FCF7AF102B0}" srcOrd="3" destOrd="0" parTransId="{C40EEB81-86AE-4487-9FEE-FAF6E4BA8F89}" sibTransId="{7FE0A536-8862-4B4E-814C-E381D8CB04F3}"/>
    <dgm:cxn modelId="{9675DAB6-E220-4D48-8A09-077DCFCE51E4}" type="presOf" srcId="{83FCEDD6-B5F9-4BE8-88CD-CA0BA0C879D2}" destId="{2A0C58BA-177E-4760-8904-FBA484982509}" srcOrd="0" destOrd="0" presId="urn:microsoft.com/office/officeart/2018/2/layout/IconVerticalSolidList"/>
    <dgm:cxn modelId="{364BB0DC-6398-4BED-90B1-1483F773DB55}" type="presOf" srcId="{F50EF93D-C722-439B-974B-96B450174FF3}" destId="{20A78A95-B564-4005-BCDC-A8B713C28A63}" srcOrd="0" destOrd="0" presId="urn:microsoft.com/office/officeart/2018/2/layout/IconVerticalSolidList"/>
    <dgm:cxn modelId="{BA1FDDE4-B065-422E-9346-508D8E9D3391}" type="presOf" srcId="{956D27F7-914D-4F8D-A0D5-C0E7707FEAFE}" destId="{C394E8AD-2EC4-46D6-BD51-40A9458E935A}" srcOrd="0" destOrd="0" presId="urn:microsoft.com/office/officeart/2018/2/layout/IconVerticalSolidList"/>
    <dgm:cxn modelId="{AB0144F6-DCB9-4325-B365-735232F62C1A}" type="presOf" srcId="{2652B966-62CE-4463-8956-9FCF7AF102B0}" destId="{32FB49D2-5A20-4CC4-9333-38BEC0BA7786}" srcOrd="0" destOrd="0" presId="urn:microsoft.com/office/officeart/2018/2/layout/IconVerticalSolidList"/>
    <dgm:cxn modelId="{440B3472-C1E2-4DD1-B7B0-2FC8D654028A}" type="presParOf" srcId="{C394E8AD-2EC4-46D6-BD51-40A9458E935A}" destId="{F68DCB2C-1F4D-420C-B628-FDEEF586C896}" srcOrd="0" destOrd="0" presId="urn:microsoft.com/office/officeart/2018/2/layout/IconVerticalSolidList"/>
    <dgm:cxn modelId="{A503ECB5-7222-42B1-A6EB-304CE3F9941F}" type="presParOf" srcId="{F68DCB2C-1F4D-420C-B628-FDEEF586C896}" destId="{628CBC63-D5E1-4B82-A1EE-A2EFBFF6B6A8}" srcOrd="0" destOrd="0" presId="urn:microsoft.com/office/officeart/2018/2/layout/IconVerticalSolidList"/>
    <dgm:cxn modelId="{06FADEFC-76D2-47D8-AC8D-A4819DEBBC3A}" type="presParOf" srcId="{F68DCB2C-1F4D-420C-B628-FDEEF586C896}" destId="{52C463A4-466C-4155-B21A-92A1C3159FFF}" srcOrd="1" destOrd="0" presId="urn:microsoft.com/office/officeart/2018/2/layout/IconVerticalSolidList"/>
    <dgm:cxn modelId="{F9072B6D-31B0-4610-83BB-EC3EE5055EFB}" type="presParOf" srcId="{F68DCB2C-1F4D-420C-B628-FDEEF586C896}" destId="{496F194A-03C3-401A-8F81-2BC5BEDCB7BD}" srcOrd="2" destOrd="0" presId="urn:microsoft.com/office/officeart/2018/2/layout/IconVerticalSolidList"/>
    <dgm:cxn modelId="{8B4F15CC-21B5-4609-B9E4-17E5A6949EB2}" type="presParOf" srcId="{F68DCB2C-1F4D-420C-B628-FDEEF586C896}" destId="{2A0C58BA-177E-4760-8904-FBA484982509}" srcOrd="3" destOrd="0" presId="urn:microsoft.com/office/officeart/2018/2/layout/IconVerticalSolidList"/>
    <dgm:cxn modelId="{5AB9C658-66DA-438F-B370-AF43A7168718}" type="presParOf" srcId="{C394E8AD-2EC4-46D6-BD51-40A9458E935A}" destId="{D3E04D74-6E39-4413-9D01-F40CBDF6C918}" srcOrd="1" destOrd="0" presId="urn:microsoft.com/office/officeart/2018/2/layout/IconVerticalSolidList"/>
    <dgm:cxn modelId="{1AAEC5AB-BE3F-4B96-814D-674F1B7B983C}" type="presParOf" srcId="{C394E8AD-2EC4-46D6-BD51-40A9458E935A}" destId="{25FC67B1-3DB0-4F9D-A9AC-97B4F2961C6C}" srcOrd="2" destOrd="0" presId="urn:microsoft.com/office/officeart/2018/2/layout/IconVerticalSolidList"/>
    <dgm:cxn modelId="{8053122D-C542-4F77-9775-5A92D51D2125}" type="presParOf" srcId="{25FC67B1-3DB0-4F9D-A9AC-97B4F2961C6C}" destId="{765E4B5D-7D57-4AB5-89F6-DEF442CCE258}" srcOrd="0" destOrd="0" presId="urn:microsoft.com/office/officeart/2018/2/layout/IconVerticalSolidList"/>
    <dgm:cxn modelId="{15F687FA-92BD-42B0-8406-ABAB31236B00}" type="presParOf" srcId="{25FC67B1-3DB0-4F9D-A9AC-97B4F2961C6C}" destId="{74978A16-EA51-4782-94BB-CF9DD1C5AB9A}" srcOrd="1" destOrd="0" presId="urn:microsoft.com/office/officeart/2018/2/layout/IconVerticalSolidList"/>
    <dgm:cxn modelId="{90D549C2-7748-4A7B-9359-A829E15F5D7B}" type="presParOf" srcId="{25FC67B1-3DB0-4F9D-A9AC-97B4F2961C6C}" destId="{266CECB8-8675-4D65-A2A1-6810B7A61127}" srcOrd="2" destOrd="0" presId="urn:microsoft.com/office/officeart/2018/2/layout/IconVerticalSolidList"/>
    <dgm:cxn modelId="{74E514CA-D48E-45C5-A89C-D80C801EB666}" type="presParOf" srcId="{25FC67B1-3DB0-4F9D-A9AC-97B4F2961C6C}" destId="{83455E57-9588-4ED5-ACBD-E6D63B462E8E}" srcOrd="3" destOrd="0" presId="urn:microsoft.com/office/officeart/2018/2/layout/IconVerticalSolidList"/>
    <dgm:cxn modelId="{AE50DF89-AEAC-484E-B78C-0B343A5692C0}" type="presParOf" srcId="{C394E8AD-2EC4-46D6-BD51-40A9458E935A}" destId="{F523A72F-3F57-44AE-9FE6-8746E38A8CE1}" srcOrd="3" destOrd="0" presId="urn:microsoft.com/office/officeart/2018/2/layout/IconVerticalSolidList"/>
    <dgm:cxn modelId="{4095705D-6F02-4594-9E1D-F16CEAAD5E7F}" type="presParOf" srcId="{C394E8AD-2EC4-46D6-BD51-40A9458E935A}" destId="{4B726DB4-7852-45FC-A715-F0909576A89E}" srcOrd="4" destOrd="0" presId="urn:microsoft.com/office/officeart/2018/2/layout/IconVerticalSolidList"/>
    <dgm:cxn modelId="{F02AFEE4-DF99-4208-BCA9-ADA8DC9F292B}" type="presParOf" srcId="{4B726DB4-7852-45FC-A715-F0909576A89E}" destId="{92ED42B1-3CC4-4B8C-B5F9-21A1D11EC618}" srcOrd="0" destOrd="0" presId="urn:microsoft.com/office/officeart/2018/2/layout/IconVerticalSolidList"/>
    <dgm:cxn modelId="{1D617495-F6A2-4893-931F-FE306007C597}" type="presParOf" srcId="{4B726DB4-7852-45FC-A715-F0909576A89E}" destId="{0D84D645-E9DB-41B6-A121-F4BFB5ADB2E8}" srcOrd="1" destOrd="0" presId="urn:microsoft.com/office/officeart/2018/2/layout/IconVerticalSolidList"/>
    <dgm:cxn modelId="{461208B0-0F06-44E0-A628-FD8042E7EA2C}" type="presParOf" srcId="{4B726DB4-7852-45FC-A715-F0909576A89E}" destId="{7A35A655-0BF8-46E5-8C50-EFD13981E08D}" srcOrd="2" destOrd="0" presId="urn:microsoft.com/office/officeart/2018/2/layout/IconVerticalSolidList"/>
    <dgm:cxn modelId="{8BCBA7A3-5A97-4231-BCFD-5C21B6F07CA4}" type="presParOf" srcId="{4B726DB4-7852-45FC-A715-F0909576A89E}" destId="{20A78A95-B564-4005-BCDC-A8B713C28A63}" srcOrd="3" destOrd="0" presId="urn:microsoft.com/office/officeart/2018/2/layout/IconVerticalSolidList"/>
    <dgm:cxn modelId="{79AC164B-F9B4-49B3-BA31-2E827DE61621}" type="presParOf" srcId="{C394E8AD-2EC4-46D6-BD51-40A9458E935A}" destId="{96501ABC-0822-471A-AF37-B7D97AD00458}" srcOrd="5" destOrd="0" presId="urn:microsoft.com/office/officeart/2018/2/layout/IconVerticalSolidList"/>
    <dgm:cxn modelId="{9207DF83-8355-4709-AC53-A330BFAF8DCC}" type="presParOf" srcId="{C394E8AD-2EC4-46D6-BD51-40A9458E935A}" destId="{30E1AF21-F073-4B45-B143-CF87DA7778FA}" srcOrd="6" destOrd="0" presId="urn:microsoft.com/office/officeart/2018/2/layout/IconVerticalSolidList"/>
    <dgm:cxn modelId="{99F86144-50CA-4D6B-BC45-25E4805984B8}" type="presParOf" srcId="{30E1AF21-F073-4B45-B143-CF87DA7778FA}" destId="{0B74BC51-B1F4-4517-BDEC-3AC3BCE45A94}" srcOrd="0" destOrd="0" presId="urn:microsoft.com/office/officeart/2018/2/layout/IconVerticalSolidList"/>
    <dgm:cxn modelId="{47803D7C-3CA5-4A73-9A64-749DEA997391}" type="presParOf" srcId="{30E1AF21-F073-4B45-B143-CF87DA7778FA}" destId="{C84E1042-E271-46CA-8012-F905541D1648}" srcOrd="1" destOrd="0" presId="urn:microsoft.com/office/officeart/2018/2/layout/IconVerticalSolidList"/>
    <dgm:cxn modelId="{E5B060E0-1301-459B-B445-481760497964}" type="presParOf" srcId="{30E1AF21-F073-4B45-B143-CF87DA7778FA}" destId="{30CAA4BF-3B64-4E42-AF6F-83E891ED5034}" srcOrd="2" destOrd="0" presId="urn:microsoft.com/office/officeart/2018/2/layout/IconVerticalSolidList"/>
    <dgm:cxn modelId="{AA914F9B-1648-40E7-908F-CCA1CE000FFD}" type="presParOf" srcId="{30E1AF21-F073-4B45-B143-CF87DA7778FA}" destId="{32FB49D2-5A20-4CC4-9333-38BEC0BA77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DEF07F-0D03-4D37-90C6-179B9EB623F8}" type="doc">
      <dgm:prSet loTypeId="urn:microsoft.com/office/officeart/2005/8/layout/hList1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D57D8B-F8FF-4C8C-9EC8-1918CBE62017}">
      <dgm:prSet/>
      <dgm:spPr/>
      <dgm:t>
        <a:bodyPr/>
        <a:lstStyle/>
        <a:p>
          <a:r>
            <a:rPr lang="en-US" b="1"/>
            <a:t>RIC Functional Procedures</a:t>
          </a:r>
          <a:r>
            <a:rPr lang="en-US"/>
            <a:t>: Procedures used to pass application specific messages between near-RT RIC applications and a target RAN function.  </a:t>
          </a:r>
        </a:p>
      </dgm:t>
    </dgm:pt>
    <dgm:pt modelId="{9C41546C-3CDB-460C-BEA3-8BF47CE776F5}" type="parTrans" cxnId="{80D150A9-3B87-461C-9574-04E2D521677B}">
      <dgm:prSet/>
      <dgm:spPr/>
      <dgm:t>
        <a:bodyPr/>
        <a:lstStyle/>
        <a:p>
          <a:endParaRPr lang="en-US"/>
        </a:p>
      </dgm:t>
    </dgm:pt>
    <dgm:pt modelId="{853B3376-22E6-4236-B370-1AA5090EE8B8}" type="sibTrans" cxnId="{80D150A9-3B87-461C-9574-04E2D521677B}">
      <dgm:prSet/>
      <dgm:spPr/>
      <dgm:t>
        <a:bodyPr/>
        <a:lstStyle/>
        <a:p>
          <a:endParaRPr lang="en-US"/>
        </a:p>
      </dgm:t>
    </dgm:pt>
    <dgm:pt modelId="{99FF981A-DC68-4782-B42D-AB790C374A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</a:t>
          </a:r>
          <a:r>
            <a:rPr lang="en-US" u="sng"/>
            <a:t>RIC Services</a:t>
          </a:r>
          <a:r>
            <a:rPr lang="en-US" u="none"/>
            <a:t> – Help in getting information and events from E2 node to provide policy/control information back to E2 node</a:t>
          </a:r>
          <a:endParaRPr lang="en-US"/>
        </a:p>
      </dgm:t>
    </dgm:pt>
    <dgm:pt modelId="{16B4143B-7AEC-4874-8C8B-6006E72D7146}" type="parTrans" cxnId="{D66BE69D-7411-4507-869F-972BAC8ED099}">
      <dgm:prSet/>
      <dgm:spPr/>
      <dgm:t>
        <a:bodyPr/>
        <a:lstStyle/>
        <a:p>
          <a:endParaRPr lang="en-US"/>
        </a:p>
      </dgm:t>
    </dgm:pt>
    <dgm:pt modelId="{98621551-0A75-450A-A485-338757781685}" type="sibTrans" cxnId="{D66BE69D-7411-4507-869F-972BAC8ED099}">
      <dgm:prSet/>
      <dgm:spPr/>
      <dgm:t>
        <a:bodyPr/>
        <a:lstStyle/>
        <a:p>
          <a:endParaRPr lang="en-US"/>
        </a:p>
      </dgm:t>
    </dgm:pt>
    <dgm:pt modelId="{7AFCE7F3-9BA4-4A1E-9799-EFE706F56F81}">
      <dgm:prSet/>
      <dgm:spPr/>
      <dgm:t>
        <a:bodyPr/>
        <a:lstStyle/>
        <a:p>
          <a:r>
            <a:rPr lang="en-US" b="1"/>
            <a:t>Global Procedures</a:t>
          </a:r>
          <a:r>
            <a:rPr lang="en-US"/>
            <a:t>: </a:t>
          </a:r>
          <a:br>
            <a:rPr lang="en-US"/>
          </a:br>
          <a:r>
            <a:rPr lang="en-US"/>
            <a:t>Procedures not directly related to a specific application (Ex: E2 Setup, Reset, Removal, RIC service update, RIC Query etc.) </a:t>
          </a:r>
        </a:p>
      </dgm:t>
    </dgm:pt>
    <dgm:pt modelId="{B84BBC60-3E84-422F-9DC2-B77C8A3797C6}" type="parTrans" cxnId="{CA566CE6-C6F3-4357-B2D8-06160221AD51}">
      <dgm:prSet/>
      <dgm:spPr/>
      <dgm:t>
        <a:bodyPr/>
        <a:lstStyle/>
        <a:p>
          <a:endParaRPr lang="en-US"/>
        </a:p>
      </dgm:t>
    </dgm:pt>
    <dgm:pt modelId="{D4817439-83CD-42F5-B237-27AC183F8A35}" type="sibTrans" cxnId="{CA566CE6-C6F3-4357-B2D8-06160221AD51}">
      <dgm:prSet/>
      <dgm:spPr/>
      <dgm:t>
        <a:bodyPr/>
        <a:lstStyle/>
        <a:p>
          <a:endParaRPr lang="en-US"/>
        </a:p>
      </dgm:t>
    </dgm:pt>
    <dgm:pt modelId="{397F8A01-AB35-46E3-8C43-EDCA40C8C7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Interface Management – Setup and maintenance of the E2 link between the E2 node and near-RT RIC.</a:t>
          </a:r>
        </a:p>
      </dgm:t>
    </dgm:pt>
    <dgm:pt modelId="{FC11DFD3-2D1D-4F22-9911-89386C7E315C}" type="parTrans" cxnId="{3941CC70-1CA6-43EE-A9F8-D8D065913169}">
      <dgm:prSet/>
      <dgm:spPr/>
      <dgm:t>
        <a:bodyPr/>
        <a:lstStyle/>
        <a:p>
          <a:endParaRPr lang="en-US"/>
        </a:p>
      </dgm:t>
    </dgm:pt>
    <dgm:pt modelId="{A82455B9-C9F3-47AD-8465-DBFF15815F36}" type="sibTrans" cxnId="{3941CC70-1CA6-43EE-A9F8-D8D065913169}">
      <dgm:prSet/>
      <dgm:spPr/>
      <dgm:t>
        <a:bodyPr/>
        <a:lstStyle/>
        <a:p>
          <a:endParaRPr lang="en-US"/>
        </a:p>
      </dgm:t>
    </dgm:pt>
    <dgm:pt modelId="{9730BBD3-41A4-476A-A99E-AC5459139904}" type="pres">
      <dgm:prSet presAssocID="{ADDEF07F-0D03-4D37-90C6-179B9EB623F8}" presName="Name0" presStyleCnt="0">
        <dgm:presLayoutVars>
          <dgm:dir/>
          <dgm:animLvl val="lvl"/>
          <dgm:resizeHandles val="exact"/>
        </dgm:presLayoutVars>
      </dgm:prSet>
      <dgm:spPr/>
    </dgm:pt>
    <dgm:pt modelId="{39804111-F223-428C-9C1F-9C16911976D0}" type="pres">
      <dgm:prSet presAssocID="{92D57D8B-F8FF-4C8C-9EC8-1918CBE62017}" presName="composite" presStyleCnt="0"/>
      <dgm:spPr/>
    </dgm:pt>
    <dgm:pt modelId="{F2F24104-4109-4DEA-A2DE-8ECF11C470ED}" type="pres">
      <dgm:prSet presAssocID="{92D57D8B-F8FF-4C8C-9EC8-1918CBE6201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219A067-427D-4BF2-976C-6B76D09FDBDA}" type="pres">
      <dgm:prSet presAssocID="{92D57D8B-F8FF-4C8C-9EC8-1918CBE62017}" presName="desTx" presStyleLbl="alignAccFollowNode1" presStyleIdx="0" presStyleCnt="2">
        <dgm:presLayoutVars>
          <dgm:bulletEnabled val="1"/>
        </dgm:presLayoutVars>
      </dgm:prSet>
      <dgm:spPr/>
    </dgm:pt>
    <dgm:pt modelId="{4F9E899F-6110-4305-811C-504AC4A2F1A1}" type="pres">
      <dgm:prSet presAssocID="{853B3376-22E6-4236-B370-1AA5090EE8B8}" presName="space" presStyleCnt="0"/>
      <dgm:spPr/>
    </dgm:pt>
    <dgm:pt modelId="{1405AB18-5C70-41C2-B059-589BF44CB1D5}" type="pres">
      <dgm:prSet presAssocID="{7AFCE7F3-9BA4-4A1E-9799-EFE706F56F81}" presName="composite" presStyleCnt="0"/>
      <dgm:spPr/>
    </dgm:pt>
    <dgm:pt modelId="{E242061E-F718-44A6-9FF2-65C099027ECC}" type="pres">
      <dgm:prSet presAssocID="{7AFCE7F3-9BA4-4A1E-9799-EFE706F56F8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441C9D4-56BB-4DA8-891B-22AA20310876}" type="pres">
      <dgm:prSet presAssocID="{7AFCE7F3-9BA4-4A1E-9799-EFE706F56F8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9685027-C04E-4CCC-B17E-2B4D0E9551B4}" type="presOf" srcId="{ADDEF07F-0D03-4D37-90C6-179B9EB623F8}" destId="{9730BBD3-41A4-476A-A99E-AC5459139904}" srcOrd="0" destOrd="0" presId="urn:microsoft.com/office/officeart/2005/8/layout/hList1"/>
    <dgm:cxn modelId="{3941CC70-1CA6-43EE-A9F8-D8D065913169}" srcId="{7AFCE7F3-9BA4-4A1E-9799-EFE706F56F81}" destId="{397F8A01-AB35-46E3-8C43-EDCA40C8C787}" srcOrd="0" destOrd="0" parTransId="{FC11DFD3-2D1D-4F22-9911-89386C7E315C}" sibTransId="{A82455B9-C9F3-47AD-8465-DBFF15815F36}"/>
    <dgm:cxn modelId="{0BA85C93-10B3-454D-84AC-6F24665D3231}" type="presOf" srcId="{99FF981A-DC68-4782-B42D-AB790C374A73}" destId="{1219A067-427D-4BF2-976C-6B76D09FDBDA}" srcOrd="0" destOrd="0" presId="urn:microsoft.com/office/officeart/2005/8/layout/hList1"/>
    <dgm:cxn modelId="{B234AE98-89B8-4F85-BD10-88FD4D5D7AFB}" type="presOf" srcId="{92D57D8B-F8FF-4C8C-9EC8-1918CBE62017}" destId="{F2F24104-4109-4DEA-A2DE-8ECF11C470ED}" srcOrd="0" destOrd="0" presId="urn:microsoft.com/office/officeart/2005/8/layout/hList1"/>
    <dgm:cxn modelId="{D66BE69D-7411-4507-869F-972BAC8ED099}" srcId="{92D57D8B-F8FF-4C8C-9EC8-1918CBE62017}" destId="{99FF981A-DC68-4782-B42D-AB790C374A73}" srcOrd="0" destOrd="0" parTransId="{16B4143B-7AEC-4874-8C8B-6006E72D7146}" sibTransId="{98621551-0A75-450A-A485-338757781685}"/>
    <dgm:cxn modelId="{2796B9A8-9F0E-42D3-AECA-7B1389323531}" type="presOf" srcId="{7AFCE7F3-9BA4-4A1E-9799-EFE706F56F81}" destId="{E242061E-F718-44A6-9FF2-65C099027ECC}" srcOrd="0" destOrd="0" presId="urn:microsoft.com/office/officeart/2005/8/layout/hList1"/>
    <dgm:cxn modelId="{80D150A9-3B87-461C-9574-04E2D521677B}" srcId="{ADDEF07F-0D03-4D37-90C6-179B9EB623F8}" destId="{92D57D8B-F8FF-4C8C-9EC8-1918CBE62017}" srcOrd="0" destOrd="0" parTransId="{9C41546C-3CDB-460C-BEA3-8BF47CE776F5}" sibTransId="{853B3376-22E6-4236-B370-1AA5090EE8B8}"/>
    <dgm:cxn modelId="{CA566CE6-C6F3-4357-B2D8-06160221AD51}" srcId="{ADDEF07F-0D03-4D37-90C6-179B9EB623F8}" destId="{7AFCE7F3-9BA4-4A1E-9799-EFE706F56F81}" srcOrd="1" destOrd="0" parTransId="{B84BBC60-3E84-422F-9DC2-B77C8A3797C6}" sibTransId="{D4817439-83CD-42F5-B237-27AC183F8A35}"/>
    <dgm:cxn modelId="{A2D980F4-92BA-46CD-B194-4BE4FC87DA41}" type="presOf" srcId="{397F8A01-AB35-46E3-8C43-EDCA40C8C787}" destId="{4441C9D4-56BB-4DA8-891B-22AA20310876}" srcOrd="0" destOrd="0" presId="urn:microsoft.com/office/officeart/2005/8/layout/hList1"/>
    <dgm:cxn modelId="{5E1BEE05-77DF-4E20-B2AB-6FB2B546CEF7}" type="presParOf" srcId="{9730BBD3-41A4-476A-A99E-AC5459139904}" destId="{39804111-F223-428C-9C1F-9C16911976D0}" srcOrd="0" destOrd="0" presId="urn:microsoft.com/office/officeart/2005/8/layout/hList1"/>
    <dgm:cxn modelId="{4D88E996-2AEF-43EE-83B7-B086E1034507}" type="presParOf" srcId="{39804111-F223-428C-9C1F-9C16911976D0}" destId="{F2F24104-4109-4DEA-A2DE-8ECF11C470ED}" srcOrd="0" destOrd="0" presId="urn:microsoft.com/office/officeart/2005/8/layout/hList1"/>
    <dgm:cxn modelId="{5907352F-8C6E-4D21-843E-6ABF502375DE}" type="presParOf" srcId="{39804111-F223-428C-9C1F-9C16911976D0}" destId="{1219A067-427D-4BF2-976C-6B76D09FDBDA}" srcOrd="1" destOrd="0" presId="urn:microsoft.com/office/officeart/2005/8/layout/hList1"/>
    <dgm:cxn modelId="{765B9DF8-7554-4A4B-BD10-58B4051C3B39}" type="presParOf" srcId="{9730BBD3-41A4-476A-A99E-AC5459139904}" destId="{4F9E899F-6110-4305-811C-504AC4A2F1A1}" srcOrd="1" destOrd="0" presId="urn:microsoft.com/office/officeart/2005/8/layout/hList1"/>
    <dgm:cxn modelId="{9A6578CE-D3E1-46B3-BF96-A02BC19ED660}" type="presParOf" srcId="{9730BBD3-41A4-476A-A99E-AC5459139904}" destId="{1405AB18-5C70-41C2-B059-589BF44CB1D5}" srcOrd="2" destOrd="0" presId="urn:microsoft.com/office/officeart/2005/8/layout/hList1"/>
    <dgm:cxn modelId="{0FDD8741-D68F-4712-81F1-DB67A6716BD5}" type="presParOf" srcId="{1405AB18-5C70-41C2-B059-589BF44CB1D5}" destId="{E242061E-F718-44A6-9FF2-65C099027ECC}" srcOrd="0" destOrd="0" presId="urn:microsoft.com/office/officeart/2005/8/layout/hList1"/>
    <dgm:cxn modelId="{3F098053-CA4A-4A50-8CFF-06F623C1F4C6}" type="presParOf" srcId="{1405AB18-5C70-41C2-B059-589BF44CB1D5}" destId="{4441C9D4-56BB-4DA8-891B-22AA2031087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5D2A26-E9B4-4C0E-A671-917404AF30D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5B5FA7-A6DE-40A0-BD6A-BC547330BD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RAN Function is associated with one or more E2 Service Models.</a:t>
          </a:r>
        </a:p>
      </dgm:t>
    </dgm:pt>
    <dgm:pt modelId="{A1344054-19D3-46E6-9E7A-093A4A14D3D2}" type="parTrans" cxnId="{A2B99CD6-1350-4B47-BE14-D69EBA03E612}">
      <dgm:prSet/>
      <dgm:spPr/>
      <dgm:t>
        <a:bodyPr/>
        <a:lstStyle/>
        <a:p>
          <a:endParaRPr lang="en-US"/>
        </a:p>
      </dgm:t>
    </dgm:pt>
    <dgm:pt modelId="{DFF604E3-5929-4984-9DC3-3718FB4DC775}" type="sibTrans" cxnId="{A2B99CD6-1350-4B47-BE14-D69EBA03E612}">
      <dgm:prSet/>
      <dgm:spPr/>
      <dgm:t>
        <a:bodyPr/>
        <a:lstStyle/>
        <a:p>
          <a:endParaRPr lang="en-US"/>
        </a:p>
      </dgm:t>
    </dgm:pt>
    <dgm:pt modelId="{BB5CA68A-9316-4077-A1FE-CB6D287EFA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RIC services provided by the RAN function, the message types used, and their styles are specified in the E2 Service Model.</a:t>
          </a:r>
        </a:p>
      </dgm:t>
    </dgm:pt>
    <dgm:pt modelId="{FA4336C0-4159-47C4-9C58-89488C81CA16}" type="parTrans" cxnId="{F3B53133-3CE6-4C32-86A4-6AEC330F115D}">
      <dgm:prSet/>
      <dgm:spPr/>
      <dgm:t>
        <a:bodyPr/>
        <a:lstStyle/>
        <a:p>
          <a:endParaRPr lang="en-US"/>
        </a:p>
      </dgm:t>
    </dgm:pt>
    <dgm:pt modelId="{EA792694-D2C3-496B-822B-D655E3656A26}" type="sibTrans" cxnId="{F3B53133-3CE6-4C32-86A4-6AEC330F115D}">
      <dgm:prSet/>
      <dgm:spPr/>
      <dgm:t>
        <a:bodyPr/>
        <a:lstStyle/>
        <a:p>
          <a:endParaRPr lang="en-US"/>
        </a:p>
      </dgm:t>
    </dgm:pt>
    <dgm:pt modelId="{63FDE801-50F0-4984-859F-3254BB003C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Service Model also contains description of RAN function dependent Information Elements used in the E2 messages.</a:t>
          </a:r>
        </a:p>
      </dgm:t>
    </dgm:pt>
    <dgm:pt modelId="{AA0B5BEF-3469-487C-94AF-0E9D0B47490F}" type="parTrans" cxnId="{B481D59E-AC53-4683-A217-495F3D9828A3}">
      <dgm:prSet/>
      <dgm:spPr/>
      <dgm:t>
        <a:bodyPr/>
        <a:lstStyle/>
        <a:p>
          <a:endParaRPr lang="en-US"/>
        </a:p>
      </dgm:t>
    </dgm:pt>
    <dgm:pt modelId="{FE08D3F5-9B29-4C65-A90C-26897E04D2F6}" type="sibTrans" cxnId="{B481D59E-AC53-4683-A217-495F3D9828A3}">
      <dgm:prSet/>
      <dgm:spPr/>
      <dgm:t>
        <a:bodyPr/>
        <a:lstStyle/>
        <a:p>
          <a:endParaRPr lang="en-US"/>
        </a:p>
      </dgm:t>
    </dgm:pt>
    <dgm:pt modelId="{0C5325B9-97EC-4795-BEEB-D3611F9AB3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xApps need to have the same service Model definitions to effectively communicate with the RAN functions.</a:t>
          </a:r>
        </a:p>
      </dgm:t>
    </dgm:pt>
    <dgm:pt modelId="{1FDC2BE1-70BA-4E0D-91B2-7782BB9BB7AC}" type="parTrans" cxnId="{55FA8A55-201D-4F2A-822A-058537F81FC3}">
      <dgm:prSet/>
      <dgm:spPr/>
      <dgm:t>
        <a:bodyPr/>
        <a:lstStyle/>
        <a:p>
          <a:endParaRPr lang="en-US"/>
        </a:p>
      </dgm:t>
    </dgm:pt>
    <dgm:pt modelId="{E4B0ED57-F64C-4D3D-8D52-D74314CD5B0E}" type="sibTrans" cxnId="{55FA8A55-201D-4F2A-822A-058537F81FC3}">
      <dgm:prSet/>
      <dgm:spPr/>
      <dgm:t>
        <a:bodyPr/>
        <a:lstStyle/>
        <a:p>
          <a:endParaRPr lang="en-US"/>
        </a:p>
      </dgm:t>
    </dgm:pt>
    <dgm:pt modelId="{3DED1D26-1D11-4704-A615-BBBE6527F7AF}" type="pres">
      <dgm:prSet presAssocID="{0D5D2A26-E9B4-4C0E-A671-917404AF30D4}" presName="root" presStyleCnt="0">
        <dgm:presLayoutVars>
          <dgm:dir/>
          <dgm:resizeHandles val="exact"/>
        </dgm:presLayoutVars>
      </dgm:prSet>
      <dgm:spPr/>
    </dgm:pt>
    <dgm:pt modelId="{6557EABB-FA80-465C-B951-17D069AF32E0}" type="pres">
      <dgm:prSet presAssocID="{5C5B5FA7-A6DE-40A0-BD6A-BC547330BDFD}" presName="compNode" presStyleCnt="0"/>
      <dgm:spPr/>
    </dgm:pt>
    <dgm:pt modelId="{28198A68-4D88-4436-B22C-340472F26D85}" type="pres">
      <dgm:prSet presAssocID="{5C5B5FA7-A6DE-40A0-BD6A-BC547330BDFD}" presName="bgRect" presStyleLbl="bgShp" presStyleIdx="0" presStyleCnt="4"/>
      <dgm:spPr/>
    </dgm:pt>
    <dgm:pt modelId="{DCE2DB22-F960-4FC4-8538-E318F491C389}" type="pres">
      <dgm:prSet presAssocID="{5C5B5FA7-A6DE-40A0-BD6A-BC547330BDF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56E7C11-DA2A-489C-A01E-66C3F2AA5763}" type="pres">
      <dgm:prSet presAssocID="{5C5B5FA7-A6DE-40A0-BD6A-BC547330BDFD}" presName="spaceRect" presStyleCnt="0"/>
      <dgm:spPr/>
    </dgm:pt>
    <dgm:pt modelId="{ADA3B47E-F0F9-42D8-A86E-C77ACC607990}" type="pres">
      <dgm:prSet presAssocID="{5C5B5FA7-A6DE-40A0-BD6A-BC547330BDFD}" presName="parTx" presStyleLbl="revTx" presStyleIdx="0" presStyleCnt="4">
        <dgm:presLayoutVars>
          <dgm:chMax val="0"/>
          <dgm:chPref val="0"/>
        </dgm:presLayoutVars>
      </dgm:prSet>
      <dgm:spPr/>
    </dgm:pt>
    <dgm:pt modelId="{F6441123-5846-4604-972B-04506DFD08E3}" type="pres">
      <dgm:prSet presAssocID="{DFF604E3-5929-4984-9DC3-3718FB4DC775}" presName="sibTrans" presStyleCnt="0"/>
      <dgm:spPr/>
    </dgm:pt>
    <dgm:pt modelId="{4A00DC02-AAB0-43B7-9501-B26278A91605}" type="pres">
      <dgm:prSet presAssocID="{BB5CA68A-9316-4077-A1FE-CB6D287EFA6B}" presName="compNode" presStyleCnt="0"/>
      <dgm:spPr/>
    </dgm:pt>
    <dgm:pt modelId="{1FAD854B-8B1D-4B77-9A5E-7C495A3ADC2C}" type="pres">
      <dgm:prSet presAssocID="{BB5CA68A-9316-4077-A1FE-CB6D287EFA6B}" presName="bgRect" presStyleLbl="bgShp" presStyleIdx="1" presStyleCnt="4"/>
      <dgm:spPr/>
    </dgm:pt>
    <dgm:pt modelId="{14746625-69FF-4173-9F87-CF53A2633229}" type="pres">
      <dgm:prSet presAssocID="{BB5CA68A-9316-4077-A1FE-CB6D287EFA6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9027D2C-9F7E-42CA-9525-71E8952024C4}" type="pres">
      <dgm:prSet presAssocID="{BB5CA68A-9316-4077-A1FE-CB6D287EFA6B}" presName="spaceRect" presStyleCnt="0"/>
      <dgm:spPr/>
    </dgm:pt>
    <dgm:pt modelId="{B61241C2-D2AE-4758-BF31-922D95B6F677}" type="pres">
      <dgm:prSet presAssocID="{BB5CA68A-9316-4077-A1FE-CB6D287EFA6B}" presName="parTx" presStyleLbl="revTx" presStyleIdx="1" presStyleCnt="4">
        <dgm:presLayoutVars>
          <dgm:chMax val="0"/>
          <dgm:chPref val="0"/>
        </dgm:presLayoutVars>
      </dgm:prSet>
      <dgm:spPr/>
    </dgm:pt>
    <dgm:pt modelId="{2A3A5EFA-9115-4230-ADA3-FC004D3B22D9}" type="pres">
      <dgm:prSet presAssocID="{EA792694-D2C3-496B-822B-D655E3656A26}" presName="sibTrans" presStyleCnt="0"/>
      <dgm:spPr/>
    </dgm:pt>
    <dgm:pt modelId="{0123FC47-0060-45DF-98B8-3420C7F7B44B}" type="pres">
      <dgm:prSet presAssocID="{63FDE801-50F0-4984-859F-3254BB003C94}" presName="compNode" presStyleCnt="0"/>
      <dgm:spPr/>
    </dgm:pt>
    <dgm:pt modelId="{E616B1A6-8ACC-4C27-BB84-D08E856C123F}" type="pres">
      <dgm:prSet presAssocID="{63FDE801-50F0-4984-859F-3254BB003C94}" presName="bgRect" presStyleLbl="bgShp" presStyleIdx="2" presStyleCnt="4"/>
      <dgm:spPr/>
    </dgm:pt>
    <dgm:pt modelId="{78B5D1D1-07B2-4EF4-A9AB-D4D3E8AEAC2C}" type="pres">
      <dgm:prSet presAssocID="{63FDE801-50F0-4984-859F-3254BB003C9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DBD66C7-0463-4E33-B2EB-2B001C9790BB}" type="pres">
      <dgm:prSet presAssocID="{63FDE801-50F0-4984-859F-3254BB003C94}" presName="spaceRect" presStyleCnt="0"/>
      <dgm:spPr/>
    </dgm:pt>
    <dgm:pt modelId="{CAC39789-0A2A-44EE-ACA5-09BE5699EED9}" type="pres">
      <dgm:prSet presAssocID="{63FDE801-50F0-4984-859F-3254BB003C94}" presName="parTx" presStyleLbl="revTx" presStyleIdx="2" presStyleCnt="4">
        <dgm:presLayoutVars>
          <dgm:chMax val="0"/>
          <dgm:chPref val="0"/>
        </dgm:presLayoutVars>
      </dgm:prSet>
      <dgm:spPr/>
    </dgm:pt>
    <dgm:pt modelId="{C4ABEF45-5440-421D-865F-00F8DEDCD4CD}" type="pres">
      <dgm:prSet presAssocID="{FE08D3F5-9B29-4C65-A90C-26897E04D2F6}" presName="sibTrans" presStyleCnt="0"/>
      <dgm:spPr/>
    </dgm:pt>
    <dgm:pt modelId="{627A6DDA-0BDF-450B-B49E-45D6BF0B9473}" type="pres">
      <dgm:prSet presAssocID="{0C5325B9-97EC-4795-BEEB-D3611F9AB3D6}" presName="compNode" presStyleCnt="0"/>
      <dgm:spPr/>
    </dgm:pt>
    <dgm:pt modelId="{EB4817F5-99E7-4337-ADD9-7FC44A9DF2E0}" type="pres">
      <dgm:prSet presAssocID="{0C5325B9-97EC-4795-BEEB-D3611F9AB3D6}" presName="bgRect" presStyleLbl="bgShp" presStyleIdx="3" presStyleCnt="4"/>
      <dgm:spPr/>
    </dgm:pt>
    <dgm:pt modelId="{91427F42-B64E-4356-85F6-4220789E0329}" type="pres">
      <dgm:prSet presAssocID="{0C5325B9-97EC-4795-BEEB-D3611F9AB3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FD0F1DB-29F4-4050-BB6F-5CAF84DA2D80}" type="pres">
      <dgm:prSet presAssocID="{0C5325B9-97EC-4795-BEEB-D3611F9AB3D6}" presName="spaceRect" presStyleCnt="0"/>
      <dgm:spPr/>
    </dgm:pt>
    <dgm:pt modelId="{C0F77D46-5AE6-46FE-86C3-6FCF251F190E}" type="pres">
      <dgm:prSet presAssocID="{0C5325B9-97EC-4795-BEEB-D3611F9AB3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4522314-4DCD-4569-82F6-035AED785FB9}" type="presOf" srcId="{63FDE801-50F0-4984-859F-3254BB003C94}" destId="{CAC39789-0A2A-44EE-ACA5-09BE5699EED9}" srcOrd="0" destOrd="0" presId="urn:microsoft.com/office/officeart/2018/2/layout/IconVerticalSolidList"/>
    <dgm:cxn modelId="{F3B53133-3CE6-4C32-86A4-6AEC330F115D}" srcId="{0D5D2A26-E9B4-4C0E-A671-917404AF30D4}" destId="{BB5CA68A-9316-4077-A1FE-CB6D287EFA6B}" srcOrd="1" destOrd="0" parTransId="{FA4336C0-4159-47C4-9C58-89488C81CA16}" sibTransId="{EA792694-D2C3-496B-822B-D655E3656A26}"/>
    <dgm:cxn modelId="{3F062E5B-15E4-42A9-82F8-AD2D97EB8A19}" type="presOf" srcId="{0D5D2A26-E9B4-4C0E-A671-917404AF30D4}" destId="{3DED1D26-1D11-4704-A615-BBBE6527F7AF}" srcOrd="0" destOrd="0" presId="urn:microsoft.com/office/officeart/2018/2/layout/IconVerticalSolidList"/>
    <dgm:cxn modelId="{4C4C8364-704B-4C01-B79B-604D6A8813EB}" type="presOf" srcId="{0C5325B9-97EC-4795-BEEB-D3611F9AB3D6}" destId="{C0F77D46-5AE6-46FE-86C3-6FCF251F190E}" srcOrd="0" destOrd="0" presId="urn:microsoft.com/office/officeart/2018/2/layout/IconVerticalSolidList"/>
    <dgm:cxn modelId="{11E0346E-AA1B-481D-8471-80B128F062AE}" type="presOf" srcId="{BB5CA68A-9316-4077-A1FE-CB6D287EFA6B}" destId="{B61241C2-D2AE-4758-BF31-922D95B6F677}" srcOrd="0" destOrd="0" presId="urn:microsoft.com/office/officeart/2018/2/layout/IconVerticalSolidList"/>
    <dgm:cxn modelId="{55FA8A55-201D-4F2A-822A-058537F81FC3}" srcId="{0D5D2A26-E9B4-4C0E-A671-917404AF30D4}" destId="{0C5325B9-97EC-4795-BEEB-D3611F9AB3D6}" srcOrd="3" destOrd="0" parTransId="{1FDC2BE1-70BA-4E0D-91B2-7782BB9BB7AC}" sibTransId="{E4B0ED57-F64C-4D3D-8D52-D74314CD5B0E}"/>
    <dgm:cxn modelId="{B481D59E-AC53-4683-A217-495F3D9828A3}" srcId="{0D5D2A26-E9B4-4C0E-A671-917404AF30D4}" destId="{63FDE801-50F0-4984-859F-3254BB003C94}" srcOrd="2" destOrd="0" parTransId="{AA0B5BEF-3469-487C-94AF-0E9D0B47490F}" sibTransId="{FE08D3F5-9B29-4C65-A90C-26897E04D2F6}"/>
    <dgm:cxn modelId="{5DA17AB2-AEFA-4A7E-A0CF-EEFB08F238EE}" type="presOf" srcId="{5C5B5FA7-A6DE-40A0-BD6A-BC547330BDFD}" destId="{ADA3B47E-F0F9-42D8-A86E-C77ACC607990}" srcOrd="0" destOrd="0" presId="urn:microsoft.com/office/officeart/2018/2/layout/IconVerticalSolidList"/>
    <dgm:cxn modelId="{A2B99CD6-1350-4B47-BE14-D69EBA03E612}" srcId="{0D5D2A26-E9B4-4C0E-A671-917404AF30D4}" destId="{5C5B5FA7-A6DE-40A0-BD6A-BC547330BDFD}" srcOrd="0" destOrd="0" parTransId="{A1344054-19D3-46E6-9E7A-093A4A14D3D2}" sibTransId="{DFF604E3-5929-4984-9DC3-3718FB4DC775}"/>
    <dgm:cxn modelId="{8B5C4B0F-5158-4AE1-85C7-7C86154FF0F6}" type="presParOf" srcId="{3DED1D26-1D11-4704-A615-BBBE6527F7AF}" destId="{6557EABB-FA80-465C-B951-17D069AF32E0}" srcOrd="0" destOrd="0" presId="urn:microsoft.com/office/officeart/2018/2/layout/IconVerticalSolidList"/>
    <dgm:cxn modelId="{CF883834-DE3D-4B67-80E8-8ED289C1BD17}" type="presParOf" srcId="{6557EABB-FA80-465C-B951-17D069AF32E0}" destId="{28198A68-4D88-4436-B22C-340472F26D85}" srcOrd="0" destOrd="0" presId="urn:microsoft.com/office/officeart/2018/2/layout/IconVerticalSolidList"/>
    <dgm:cxn modelId="{7D421AF4-DB1C-48A0-B3D6-73DC91732565}" type="presParOf" srcId="{6557EABB-FA80-465C-B951-17D069AF32E0}" destId="{DCE2DB22-F960-4FC4-8538-E318F491C389}" srcOrd="1" destOrd="0" presId="urn:microsoft.com/office/officeart/2018/2/layout/IconVerticalSolidList"/>
    <dgm:cxn modelId="{88A76BA4-EA79-4E0A-821C-3597B7FC0314}" type="presParOf" srcId="{6557EABB-FA80-465C-B951-17D069AF32E0}" destId="{656E7C11-DA2A-489C-A01E-66C3F2AA5763}" srcOrd="2" destOrd="0" presId="urn:microsoft.com/office/officeart/2018/2/layout/IconVerticalSolidList"/>
    <dgm:cxn modelId="{3EF10874-86FA-444D-9138-F90655648A77}" type="presParOf" srcId="{6557EABB-FA80-465C-B951-17D069AF32E0}" destId="{ADA3B47E-F0F9-42D8-A86E-C77ACC607990}" srcOrd="3" destOrd="0" presId="urn:microsoft.com/office/officeart/2018/2/layout/IconVerticalSolidList"/>
    <dgm:cxn modelId="{F2BEFF6B-F853-428F-BC49-154C281488D2}" type="presParOf" srcId="{3DED1D26-1D11-4704-A615-BBBE6527F7AF}" destId="{F6441123-5846-4604-972B-04506DFD08E3}" srcOrd="1" destOrd="0" presId="urn:microsoft.com/office/officeart/2018/2/layout/IconVerticalSolidList"/>
    <dgm:cxn modelId="{AD32F01C-EE8B-4715-B0CF-D8A397DCA849}" type="presParOf" srcId="{3DED1D26-1D11-4704-A615-BBBE6527F7AF}" destId="{4A00DC02-AAB0-43B7-9501-B26278A91605}" srcOrd="2" destOrd="0" presId="urn:microsoft.com/office/officeart/2018/2/layout/IconVerticalSolidList"/>
    <dgm:cxn modelId="{8CB372A6-9F06-40AD-9818-8AF1897440ED}" type="presParOf" srcId="{4A00DC02-AAB0-43B7-9501-B26278A91605}" destId="{1FAD854B-8B1D-4B77-9A5E-7C495A3ADC2C}" srcOrd="0" destOrd="0" presId="urn:microsoft.com/office/officeart/2018/2/layout/IconVerticalSolidList"/>
    <dgm:cxn modelId="{A8DF9F8E-DA07-4591-8439-4F71EFC09167}" type="presParOf" srcId="{4A00DC02-AAB0-43B7-9501-B26278A91605}" destId="{14746625-69FF-4173-9F87-CF53A2633229}" srcOrd="1" destOrd="0" presId="urn:microsoft.com/office/officeart/2018/2/layout/IconVerticalSolidList"/>
    <dgm:cxn modelId="{255ADB89-2255-4D9A-8F5B-44D3E1920DB7}" type="presParOf" srcId="{4A00DC02-AAB0-43B7-9501-B26278A91605}" destId="{F9027D2C-9F7E-42CA-9525-71E8952024C4}" srcOrd="2" destOrd="0" presId="urn:microsoft.com/office/officeart/2018/2/layout/IconVerticalSolidList"/>
    <dgm:cxn modelId="{C1096D36-8FB8-4065-AF8E-8183964F17F3}" type="presParOf" srcId="{4A00DC02-AAB0-43B7-9501-B26278A91605}" destId="{B61241C2-D2AE-4758-BF31-922D95B6F677}" srcOrd="3" destOrd="0" presId="urn:microsoft.com/office/officeart/2018/2/layout/IconVerticalSolidList"/>
    <dgm:cxn modelId="{D0767A17-EBC2-4F9E-B61F-65A2A15E5BFF}" type="presParOf" srcId="{3DED1D26-1D11-4704-A615-BBBE6527F7AF}" destId="{2A3A5EFA-9115-4230-ADA3-FC004D3B22D9}" srcOrd="3" destOrd="0" presId="urn:microsoft.com/office/officeart/2018/2/layout/IconVerticalSolidList"/>
    <dgm:cxn modelId="{0C4D9738-EAD5-4D08-AE8B-828AB8CF06D4}" type="presParOf" srcId="{3DED1D26-1D11-4704-A615-BBBE6527F7AF}" destId="{0123FC47-0060-45DF-98B8-3420C7F7B44B}" srcOrd="4" destOrd="0" presId="urn:microsoft.com/office/officeart/2018/2/layout/IconVerticalSolidList"/>
    <dgm:cxn modelId="{ADA9945D-A905-4749-830D-F274DEA30102}" type="presParOf" srcId="{0123FC47-0060-45DF-98B8-3420C7F7B44B}" destId="{E616B1A6-8ACC-4C27-BB84-D08E856C123F}" srcOrd="0" destOrd="0" presId="urn:microsoft.com/office/officeart/2018/2/layout/IconVerticalSolidList"/>
    <dgm:cxn modelId="{678A9EF3-FA42-4E86-9D97-E6A9FA84039A}" type="presParOf" srcId="{0123FC47-0060-45DF-98B8-3420C7F7B44B}" destId="{78B5D1D1-07B2-4EF4-A9AB-D4D3E8AEAC2C}" srcOrd="1" destOrd="0" presId="urn:microsoft.com/office/officeart/2018/2/layout/IconVerticalSolidList"/>
    <dgm:cxn modelId="{622BBAF9-2903-4D16-B284-18B4A07711DB}" type="presParOf" srcId="{0123FC47-0060-45DF-98B8-3420C7F7B44B}" destId="{9DBD66C7-0463-4E33-B2EB-2B001C9790BB}" srcOrd="2" destOrd="0" presId="urn:microsoft.com/office/officeart/2018/2/layout/IconVerticalSolidList"/>
    <dgm:cxn modelId="{74ADE8A4-096B-4FAB-8005-9E1CEF0B5479}" type="presParOf" srcId="{0123FC47-0060-45DF-98B8-3420C7F7B44B}" destId="{CAC39789-0A2A-44EE-ACA5-09BE5699EED9}" srcOrd="3" destOrd="0" presId="urn:microsoft.com/office/officeart/2018/2/layout/IconVerticalSolidList"/>
    <dgm:cxn modelId="{874C623F-7E62-4AA5-B112-15EC2373982B}" type="presParOf" srcId="{3DED1D26-1D11-4704-A615-BBBE6527F7AF}" destId="{C4ABEF45-5440-421D-865F-00F8DEDCD4CD}" srcOrd="5" destOrd="0" presId="urn:microsoft.com/office/officeart/2018/2/layout/IconVerticalSolidList"/>
    <dgm:cxn modelId="{D2698356-37BD-4852-A680-C651A9E499CD}" type="presParOf" srcId="{3DED1D26-1D11-4704-A615-BBBE6527F7AF}" destId="{627A6DDA-0BDF-450B-B49E-45D6BF0B9473}" srcOrd="6" destOrd="0" presId="urn:microsoft.com/office/officeart/2018/2/layout/IconVerticalSolidList"/>
    <dgm:cxn modelId="{1C903EEF-3524-42BD-98DA-97BFE8488596}" type="presParOf" srcId="{627A6DDA-0BDF-450B-B49E-45D6BF0B9473}" destId="{EB4817F5-99E7-4337-ADD9-7FC44A9DF2E0}" srcOrd="0" destOrd="0" presId="urn:microsoft.com/office/officeart/2018/2/layout/IconVerticalSolidList"/>
    <dgm:cxn modelId="{1F38EC73-6C92-4B6A-B5FD-FCE2B524E556}" type="presParOf" srcId="{627A6DDA-0BDF-450B-B49E-45D6BF0B9473}" destId="{91427F42-B64E-4356-85F6-4220789E0329}" srcOrd="1" destOrd="0" presId="urn:microsoft.com/office/officeart/2018/2/layout/IconVerticalSolidList"/>
    <dgm:cxn modelId="{3ABDC9D0-E5F8-4EAD-9241-A839C73680DB}" type="presParOf" srcId="{627A6DDA-0BDF-450B-B49E-45D6BF0B9473}" destId="{5FD0F1DB-29F4-4050-BB6F-5CAF84DA2D80}" srcOrd="2" destOrd="0" presId="urn:microsoft.com/office/officeart/2018/2/layout/IconVerticalSolidList"/>
    <dgm:cxn modelId="{CE804F33-7359-4D38-A47E-FEC14EEB2968}" type="presParOf" srcId="{627A6DDA-0BDF-450B-B49E-45D6BF0B9473}" destId="{C0F77D46-5AE6-46FE-86C3-6FCF251F19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CBC63-D5E1-4B82-A1EE-A2EFBFF6B6A8}">
      <dsp:nvSpPr>
        <dsp:cNvPr id="0" name=""/>
        <dsp:cNvSpPr/>
      </dsp:nvSpPr>
      <dsp:spPr>
        <a:xfrm>
          <a:off x="0" y="1510"/>
          <a:ext cx="6594237" cy="7655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2C463A4-466C-4155-B21A-92A1C3159FFF}">
      <dsp:nvSpPr>
        <dsp:cNvPr id="0" name=""/>
        <dsp:cNvSpPr/>
      </dsp:nvSpPr>
      <dsp:spPr>
        <a:xfrm>
          <a:off x="231583" y="173762"/>
          <a:ext cx="421060" cy="4210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0C58BA-177E-4760-8904-FBA484982509}">
      <dsp:nvSpPr>
        <dsp:cNvPr id="0" name=""/>
        <dsp:cNvSpPr/>
      </dsp:nvSpPr>
      <dsp:spPr>
        <a:xfrm>
          <a:off x="884226" y="1510"/>
          <a:ext cx="5710010" cy="765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022" tIns="81022" rIns="81022" bIns="8102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/>
            <a:t>An open interface designed for communication between the near-RT RIC and the E2 Nodes (CU/CU-CP/CU-UP/DU).</a:t>
          </a:r>
        </a:p>
      </dsp:txBody>
      <dsp:txXfrm>
        <a:off x="884226" y="1510"/>
        <a:ext cx="5710010" cy="765563"/>
      </dsp:txXfrm>
    </dsp:sp>
    <dsp:sp modelId="{765E4B5D-7D57-4AB5-89F6-DEF442CCE258}">
      <dsp:nvSpPr>
        <dsp:cNvPr id="0" name=""/>
        <dsp:cNvSpPr/>
      </dsp:nvSpPr>
      <dsp:spPr>
        <a:xfrm>
          <a:off x="0" y="958465"/>
          <a:ext cx="6594237" cy="7655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74978A16-EA51-4782-94BB-CF9DD1C5AB9A}">
      <dsp:nvSpPr>
        <dsp:cNvPr id="0" name=""/>
        <dsp:cNvSpPr/>
      </dsp:nvSpPr>
      <dsp:spPr>
        <a:xfrm>
          <a:off x="231583" y="1130717"/>
          <a:ext cx="421060" cy="4210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455E57-9588-4ED5-ACBD-E6D63B462E8E}">
      <dsp:nvSpPr>
        <dsp:cNvPr id="0" name=""/>
        <dsp:cNvSpPr/>
      </dsp:nvSpPr>
      <dsp:spPr>
        <a:xfrm>
          <a:off x="884226" y="958465"/>
          <a:ext cx="5710010" cy="765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022" tIns="81022" rIns="81022" bIns="8102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E2 Application Protocol (E2AP) is the basic procedural protocol that co-ordinates communication between near-RT RIC and E2 nodes.</a:t>
          </a:r>
        </a:p>
      </dsp:txBody>
      <dsp:txXfrm>
        <a:off x="884226" y="958465"/>
        <a:ext cx="5710010" cy="765563"/>
      </dsp:txXfrm>
    </dsp:sp>
    <dsp:sp modelId="{92ED42B1-3CC4-4B8C-B5F9-21A1D11EC618}">
      <dsp:nvSpPr>
        <dsp:cNvPr id="0" name=""/>
        <dsp:cNvSpPr/>
      </dsp:nvSpPr>
      <dsp:spPr>
        <a:xfrm>
          <a:off x="0" y="1915420"/>
          <a:ext cx="6594237" cy="7655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0D84D645-E9DB-41B6-A121-F4BFB5ADB2E8}">
      <dsp:nvSpPr>
        <dsp:cNvPr id="0" name=""/>
        <dsp:cNvSpPr/>
      </dsp:nvSpPr>
      <dsp:spPr>
        <a:xfrm>
          <a:off x="231583" y="2087672"/>
          <a:ext cx="421060" cy="4210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A78A95-B564-4005-BCDC-A8B713C28A63}">
      <dsp:nvSpPr>
        <dsp:cNvPr id="0" name=""/>
        <dsp:cNvSpPr/>
      </dsp:nvSpPr>
      <dsp:spPr>
        <a:xfrm>
          <a:off x="884226" y="1915420"/>
          <a:ext cx="5710010" cy="765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022" tIns="81022" rIns="81022" bIns="8102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Every RIC and CU/DU should follow E2AP (same message structure and procedures).</a:t>
          </a:r>
        </a:p>
      </dsp:txBody>
      <dsp:txXfrm>
        <a:off x="884226" y="1915420"/>
        <a:ext cx="5710010" cy="765563"/>
      </dsp:txXfrm>
    </dsp:sp>
    <dsp:sp modelId="{0B74BC51-B1F4-4517-BDEC-3AC3BCE45A94}">
      <dsp:nvSpPr>
        <dsp:cNvPr id="0" name=""/>
        <dsp:cNvSpPr/>
      </dsp:nvSpPr>
      <dsp:spPr>
        <a:xfrm>
          <a:off x="0" y="2872375"/>
          <a:ext cx="6594237" cy="7655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84E1042-E271-46CA-8012-F905541D1648}">
      <dsp:nvSpPr>
        <dsp:cNvPr id="0" name=""/>
        <dsp:cNvSpPr/>
      </dsp:nvSpPr>
      <dsp:spPr>
        <a:xfrm>
          <a:off x="231583" y="3044627"/>
          <a:ext cx="421060" cy="4210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FB49D2-5A20-4CC4-9333-38BEC0BA7786}">
      <dsp:nvSpPr>
        <dsp:cNvPr id="0" name=""/>
        <dsp:cNvSpPr/>
      </dsp:nvSpPr>
      <dsp:spPr>
        <a:xfrm>
          <a:off x="884226" y="2872375"/>
          <a:ext cx="5710010" cy="765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022" tIns="81022" rIns="81022" bIns="8102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RAN Function Specific messages are conveyed through E2 Service Models (E2SM)</a:t>
          </a:r>
        </a:p>
      </dsp:txBody>
      <dsp:txXfrm>
        <a:off x="884226" y="2872375"/>
        <a:ext cx="5710010" cy="765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F24104-4109-4DEA-A2DE-8ECF11C470ED}">
      <dsp:nvSpPr>
        <dsp:cNvPr id="0" name=""/>
        <dsp:cNvSpPr/>
      </dsp:nvSpPr>
      <dsp:spPr>
        <a:xfrm>
          <a:off x="49" y="170318"/>
          <a:ext cx="4700141" cy="17242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RIC Functional Procedures</a:t>
          </a:r>
          <a:r>
            <a:rPr lang="en-US" sz="2200" kern="1200"/>
            <a:t>: Procedures used to pass application specific messages between near-RT RIC applications and a target RAN function.  </a:t>
          </a:r>
        </a:p>
      </dsp:txBody>
      <dsp:txXfrm>
        <a:off x="49" y="170318"/>
        <a:ext cx="4700141" cy="1724249"/>
      </dsp:txXfrm>
    </dsp:sp>
    <dsp:sp modelId="{1219A067-427D-4BF2-976C-6B76D09FDBDA}">
      <dsp:nvSpPr>
        <dsp:cNvPr id="0" name=""/>
        <dsp:cNvSpPr/>
      </dsp:nvSpPr>
      <dsp:spPr>
        <a:xfrm>
          <a:off x="49" y="1894568"/>
          <a:ext cx="4700141" cy="16607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Support </a:t>
          </a:r>
          <a:r>
            <a:rPr lang="en-US" sz="2200" u="sng" kern="1200"/>
            <a:t>RIC Services</a:t>
          </a:r>
          <a:r>
            <a:rPr lang="en-US" sz="2200" u="none" kern="1200"/>
            <a:t> – Help in getting information and events from E2 node to provide policy/control information back to E2 node</a:t>
          </a:r>
          <a:endParaRPr lang="en-US" sz="2200" kern="1200"/>
        </a:p>
      </dsp:txBody>
      <dsp:txXfrm>
        <a:off x="49" y="1894568"/>
        <a:ext cx="4700141" cy="1660725"/>
      </dsp:txXfrm>
    </dsp:sp>
    <dsp:sp modelId="{E242061E-F718-44A6-9FF2-65C099027ECC}">
      <dsp:nvSpPr>
        <dsp:cNvPr id="0" name=""/>
        <dsp:cNvSpPr/>
      </dsp:nvSpPr>
      <dsp:spPr>
        <a:xfrm>
          <a:off x="5358209" y="170318"/>
          <a:ext cx="4700141" cy="1724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Global Procedures</a:t>
          </a:r>
          <a:r>
            <a:rPr lang="en-US" sz="2200" kern="1200"/>
            <a:t>: </a:t>
          </a:r>
          <a:br>
            <a:rPr lang="en-US" sz="2200" kern="1200"/>
          </a:br>
          <a:r>
            <a:rPr lang="en-US" sz="2200" kern="1200"/>
            <a:t>Procedures not directly related to a specific application (Ex: E2 Setup, Reset, Removal, RIC service update, RIC Query etc.) </a:t>
          </a:r>
        </a:p>
      </dsp:txBody>
      <dsp:txXfrm>
        <a:off x="5358209" y="170318"/>
        <a:ext cx="4700141" cy="1724249"/>
      </dsp:txXfrm>
    </dsp:sp>
    <dsp:sp modelId="{4441C9D4-56BB-4DA8-891B-22AA20310876}">
      <dsp:nvSpPr>
        <dsp:cNvPr id="0" name=""/>
        <dsp:cNvSpPr/>
      </dsp:nvSpPr>
      <dsp:spPr>
        <a:xfrm>
          <a:off x="5358209" y="1894568"/>
          <a:ext cx="4700141" cy="16607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Support Interface Management – Setup and maintenance of the E2 link between the E2 node and near-RT RIC.</a:t>
          </a:r>
        </a:p>
      </dsp:txBody>
      <dsp:txXfrm>
        <a:off x="5358209" y="1894568"/>
        <a:ext cx="4700141" cy="16607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98A68-4D88-4436-B22C-340472F26D85}">
      <dsp:nvSpPr>
        <dsp:cNvPr id="0" name=""/>
        <dsp:cNvSpPr/>
      </dsp:nvSpPr>
      <dsp:spPr>
        <a:xfrm>
          <a:off x="0" y="1597"/>
          <a:ext cx="10058399" cy="809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2DB22-F960-4FC4-8538-E318F491C389}">
      <dsp:nvSpPr>
        <dsp:cNvPr id="0" name=""/>
        <dsp:cNvSpPr/>
      </dsp:nvSpPr>
      <dsp:spPr>
        <a:xfrm>
          <a:off x="244956" y="183796"/>
          <a:ext cx="445375" cy="445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3B47E-F0F9-42D8-A86E-C77ACC607990}">
      <dsp:nvSpPr>
        <dsp:cNvPr id="0" name=""/>
        <dsp:cNvSpPr/>
      </dsp:nvSpPr>
      <dsp:spPr>
        <a:xfrm>
          <a:off x="935289" y="1597"/>
          <a:ext cx="9123110" cy="809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01" tIns="85701" rIns="85701" bIns="8570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Each RAN Function is associated with one or more E2 Service Models.</a:t>
          </a:r>
        </a:p>
      </dsp:txBody>
      <dsp:txXfrm>
        <a:off x="935289" y="1597"/>
        <a:ext cx="9123110" cy="809774"/>
      </dsp:txXfrm>
    </dsp:sp>
    <dsp:sp modelId="{1FAD854B-8B1D-4B77-9A5E-7C495A3ADC2C}">
      <dsp:nvSpPr>
        <dsp:cNvPr id="0" name=""/>
        <dsp:cNvSpPr/>
      </dsp:nvSpPr>
      <dsp:spPr>
        <a:xfrm>
          <a:off x="0" y="1013815"/>
          <a:ext cx="10058399" cy="809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46625-69FF-4173-9F87-CF53A2633229}">
      <dsp:nvSpPr>
        <dsp:cNvPr id="0" name=""/>
        <dsp:cNvSpPr/>
      </dsp:nvSpPr>
      <dsp:spPr>
        <a:xfrm>
          <a:off x="244956" y="1196015"/>
          <a:ext cx="445375" cy="445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241C2-D2AE-4758-BF31-922D95B6F677}">
      <dsp:nvSpPr>
        <dsp:cNvPr id="0" name=""/>
        <dsp:cNvSpPr/>
      </dsp:nvSpPr>
      <dsp:spPr>
        <a:xfrm>
          <a:off x="935289" y="1013815"/>
          <a:ext cx="9123110" cy="809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01" tIns="85701" rIns="85701" bIns="8570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RIC services provided by the RAN function, the message types used, and their styles are specified in the E2 Service Model.</a:t>
          </a:r>
        </a:p>
      </dsp:txBody>
      <dsp:txXfrm>
        <a:off x="935289" y="1013815"/>
        <a:ext cx="9123110" cy="809774"/>
      </dsp:txXfrm>
    </dsp:sp>
    <dsp:sp modelId="{E616B1A6-8ACC-4C27-BB84-D08E856C123F}">
      <dsp:nvSpPr>
        <dsp:cNvPr id="0" name=""/>
        <dsp:cNvSpPr/>
      </dsp:nvSpPr>
      <dsp:spPr>
        <a:xfrm>
          <a:off x="0" y="2026033"/>
          <a:ext cx="10058399" cy="809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5D1D1-07B2-4EF4-A9AB-D4D3E8AEAC2C}">
      <dsp:nvSpPr>
        <dsp:cNvPr id="0" name=""/>
        <dsp:cNvSpPr/>
      </dsp:nvSpPr>
      <dsp:spPr>
        <a:xfrm>
          <a:off x="244956" y="2208233"/>
          <a:ext cx="445375" cy="445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39789-0A2A-44EE-ACA5-09BE5699EED9}">
      <dsp:nvSpPr>
        <dsp:cNvPr id="0" name=""/>
        <dsp:cNvSpPr/>
      </dsp:nvSpPr>
      <dsp:spPr>
        <a:xfrm>
          <a:off x="935289" y="2026033"/>
          <a:ext cx="9123110" cy="809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01" tIns="85701" rIns="85701" bIns="8570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Service Model also contains description of RAN function dependent Information Elements used in the E2 messages.</a:t>
          </a:r>
        </a:p>
      </dsp:txBody>
      <dsp:txXfrm>
        <a:off x="935289" y="2026033"/>
        <a:ext cx="9123110" cy="809774"/>
      </dsp:txXfrm>
    </dsp:sp>
    <dsp:sp modelId="{EB4817F5-99E7-4337-ADD9-7FC44A9DF2E0}">
      <dsp:nvSpPr>
        <dsp:cNvPr id="0" name=""/>
        <dsp:cNvSpPr/>
      </dsp:nvSpPr>
      <dsp:spPr>
        <a:xfrm>
          <a:off x="0" y="3038251"/>
          <a:ext cx="10058399" cy="8097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27F42-B64E-4356-85F6-4220789E0329}">
      <dsp:nvSpPr>
        <dsp:cNvPr id="0" name=""/>
        <dsp:cNvSpPr/>
      </dsp:nvSpPr>
      <dsp:spPr>
        <a:xfrm>
          <a:off x="244956" y="3220451"/>
          <a:ext cx="445375" cy="4453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77D46-5AE6-46FE-86C3-6FCF251F190E}">
      <dsp:nvSpPr>
        <dsp:cNvPr id="0" name=""/>
        <dsp:cNvSpPr/>
      </dsp:nvSpPr>
      <dsp:spPr>
        <a:xfrm>
          <a:off x="935289" y="3038251"/>
          <a:ext cx="9123110" cy="809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01" tIns="85701" rIns="85701" bIns="8570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xApps need to have the same service Model definitions to effectively communicate with the RAN functions.</a:t>
          </a:r>
        </a:p>
      </dsp:txBody>
      <dsp:txXfrm>
        <a:off x="935289" y="3038251"/>
        <a:ext cx="9123110" cy="809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8/7/2024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1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2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91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0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7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7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8/7/2024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63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3981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3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3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9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ow of black servers&#10;&#10;Description automatically generated with medium confidence">
            <a:extLst>
              <a:ext uri="{FF2B5EF4-FFF2-40B4-BE49-F238E27FC236}">
                <a16:creationId xmlns:a16="http://schemas.microsoft.com/office/drawing/2014/main" id="{384DBAC3-A829-029F-D1A6-4D4ECF4B98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9" name="Rectangle 15">
            <a:extLst>
              <a:ext uri="{FF2B5EF4-FFF2-40B4-BE49-F238E27FC236}">
                <a16:creationId xmlns:a16="http://schemas.microsoft.com/office/drawing/2014/main" id="{DB4A12B6-EF0D-43E8-8C17-4FAD4D276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>
              <a:lumMod val="85000"/>
              <a:lumOff val="15000"/>
              <a:alpha val="93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0" name="Rectangle 17">
            <a:extLst>
              <a:ext uri="{FF2B5EF4-FFF2-40B4-BE49-F238E27FC236}">
                <a16:creationId xmlns:a16="http://schemas.microsoft.com/office/drawing/2014/main" id="{AE107525-0C02-447F-8A3F-553320A72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A765A8-84DF-CEB4-4FE7-B68133774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>
            <a:normAutofit/>
          </a:bodyPr>
          <a:lstStyle/>
          <a:p>
            <a:r>
              <a:rPr lang="en-US" sz="5000"/>
              <a:t>E2 Interface – The E2 Application Protocol (E2AP)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3C7C5-6B43-278B-F54E-1FD68927B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9101" y="4554747"/>
            <a:ext cx="8936846" cy="655607"/>
          </a:xfrm>
        </p:spPr>
        <p:txBody>
          <a:bodyPr>
            <a:normAutofit/>
          </a:bodyPr>
          <a:lstStyle/>
          <a:p>
            <a:r>
              <a:rPr lang="en-US"/>
              <a:t>Pratheek Upadhyaya</a:t>
            </a:r>
          </a:p>
          <a:p>
            <a:r>
              <a:rPr lang="en-US"/>
              <a:t>PhD Student, Virginia Tech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7A42E3-05D8-4A0B-9D4E-20EF581E5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E9A54B-189D-4645-8254-FDC4210EC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11CE48F-D5E4-4520-AF1E-8F85CFBDA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1448851-39AD-4943-BF9C-C50704E08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509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7A90-F644-AFC9-64B6-C04886EE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What is the E2 Interface?</a:t>
            </a:r>
            <a:endParaRPr lang="en-US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01112C5E-8801-06AD-7924-D57D9E35EC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87530"/>
              </p:ext>
            </p:extLst>
          </p:nvPr>
        </p:nvGraphicFramePr>
        <p:xfrm>
          <a:off x="1147343" y="2168188"/>
          <a:ext cx="6594237" cy="363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9ABC14-7C7E-DFD9-A719-8B1954270A08}"/>
              </a:ext>
            </a:extLst>
          </p:cNvPr>
          <p:cNvSpPr/>
          <p:nvPr/>
        </p:nvSpPr>
        <p:spPr>
          <a:xfrm>
            <a:off x="8301990" y="2286481"/>
            <a:ext cx="1708030" cy="69085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E2AP/E2SM Messages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9BF2F1-1AEB-81D1-1836-A075005AE73E}"/>
              </a:ext>
            </a:extLst>
          </p:cNvPr>
          <p:cNvSpPr/>
          <p:nvPr/>
        </p:nvSpPr>
        <p:spPr>
          <a:xfrm>
            <a:off x="8308927" y="2966354"/>
            <a:ext cx="1708030" cy="6908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E2AP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90BF34-833E-7DE7-68F3-E52EA385BE63}"/>
              </a:ext>
            </a:extLst>
          </p:cNvPr>
          <p:cNvSpPr/>
          <p:nvPr/>
        </p:nvSpPr>
        <p:spPr>
          <a:xfrm>
            <a:off x="8315864" y="3657211"/>
            <a:ext cx="1708030" cy="6908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SCTP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B80411-93F6-2621-126F-4C6B596AAE9A}"/>
              </a:ext>
            </a:extLst>
          </p:cNvPr>
          <p:cNvSpPr/>
          <p:nvPr/>
        </p:nvSpPr>
        <p:spPr>
          <a:xfrm>
            <a:off x="8308927" y="4348068"/>
            <a:ext cx="1708030" cy="6908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EA1C9-EE0C-826D-9954-28A884EA97F6}"/>
              </a:ext>
            </a:extLst>
          </p:cNvPr>
          <p:cNvSpPr txBox="1"/>
          <p:nvPr/>
        </p:nvSpPr>
        <p:spPr>
          <a:xfrm>
            <a:off x="7900918" y="5222567"/>
            <a:ext cx="269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E2 Interface Protocol Stack</a:t>
            </a:r>
          </a:p>
        </p:txBody>
      </p:sp>
    </p:spTree>
    <p:extLst>
      <p:ext uri="{BB962C8B-B14F-4D97-AF65-F5344CB8AC3E}">
        <p14:creationId xmlns:p14="http://schemas.microsoft.com/office/powerpoint/2010/main" val="76717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C584-50D7-96FF-1384-0FCC345A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E2AP Terminology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B9C30-7302-513A-799F-3A04CE50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RAN Function</a:t>
            </a:r>
            <a:r>
              <a:rPr lang="en-US"/>
              <a:t>: A specific Function in an E2 Node (Ex: UE context handling, paging, Handover, Cell (re)configuration etc.)</a:t>
            </a:r>
          </a:p>
          <a:p>
            <a:pPr lvl="1"/>
            <a:r>
              <a:rPr lang="en-US" u="sng"/>
              <a:t>RAN Function ID</a:t>
            </a:r>
            <a:r>
              <a:rPr lang="en-US"/>
              <a:t>: Identifier of a specific RAN function.</a:t>
            </a:r>
          </a:p>
          <a:p>
            <a:r>
              <a:rPr lang="en-US" u="sng"/>
              <a:t>RIC Service</a:t>
            </a:r>
            <a:r>
              <a:rPr lang="en-US"/>
              <a:t>: A service provided on an E2 Node. </a:t>
            </a:r>
          </a:p>
          <a:p>
            <a:pPr lvl="1"/>
            <a:r>
              <a:rPr lang="en-US"/>
              <a:t>E2 Node provides access to messages, measurements, and/or enables control from the near-RT RIC.</a:t>
            </a:r>
          </a:p>
          <a:p>
            <a:pPr lvl="1"/>
            <a:r>
              <a:rPr lang="en-US" u="sng"/>
              <a:t>RIC Action ID: </a:t>
            </a:r>
            <a:r>
              <a:rPr lang="en-US"/>
              <a:t>Identifier of the specific RIC service action.</a:t>
            </a:r>
          </a:p>
          <a:p>
            <a:r>
              <a:rPr lang="en-US" u="sng"/>
              <a:t>Information Elements (IE): </a:t>
            </a:r>
            <a:r>
              <a:rPr lang="en-US"/>
              <a:t>A data item containing a label field, a length indicator and a value.</a:t>
            </a:r>
          </a:p>
          <a:p>
            <a:r>
              <a:rPr lang="en-US" u="sng"/>
              <a:t>Message: </a:t>
            </a:r>
            <a:r>
              <a:rPr lang="en-US"/>
              <a:t>Group of Information Elements organized in a specific manner (often nested several levels deep). (Ex: E2 Setup Request, Setup Response, Subscription Request).</a:t>
            </a:r>
          </a:p>
          <a:p>
            <a:r>
              <a:rPr lang="en-US" u="sng"/>
              <a:t>Procedure: </a:t>
            </a:r>
            <a:r>
              <a:rPr lang="en-US"/>
              <a:t>Sequential exchange of a set of messages (Ex: Setup Procedure, Subscription Procedure, Removal, Handover procedure etc.).</a:t>
            </a:r>
          </a:p>
        </p:txBody>
      </p:sp>
    </p:spTree>
    <p:extLst>
      <p:ext uri="{BB962C8B-B14F-4D97-AF65-F5344CB8AC3E}">
        <p14:creationId xmlns:p14="http://schemas.microsoft.com/office/powerpoint/2010/main" val="324498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607F0-3647-12D7-810A-41A989A3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cap="all" spc="-100">
                <a:solidFill>
                  <a:schemeClr val="bg1"/>
                </a:solidFill>
              </a:rPr>
              <a:t>E2AP Message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341C4A-158C-BE20-AFC0-1396579AB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46570" y="806992"/>
            <a:ext cx="6202238" cy="524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95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648B7-B33D-7A3E-893A-2BFEE2AC7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700" cap="all" spc="-100">
                <a:solidFill>
                  <a:schemeClr val="bg1"/>
                </a:solidFill>
              </a:rPr>
              <a:t>E2 Setup Procedure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1B1745-9729-3F9A-57D1-4EBDD8F9E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46570" y="682947"/>
            <a:ext cx="6202238" cy="548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42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55439-2B0C-A85D-322B-EF38F3C1F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Types of E2AP Procedures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7BFF18E-F9EE-4208-5E40-EBCDD9E72A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792967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909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EDE7-FAB5-059D-83B9-D214E95E8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46" y="90503"/>
            <a:ext cx="10058400" cy="1371600"/>
          </a:xfrm>
        </p:spPr>
        <p:txBody>
          <a:bodyPr/>
          <a:lstStyle/>
          <a:p>
            <a:r>
              <a:rPr lang="en-US"/>
              <a:t>RIC Services -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F656F-A6FF-4E23-472E-BCE44539B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066" y="1177430"/>
            <a:ext cx="10712569" cy="4731141"/>
          </a:xfrm>
        </p:spPr>
        <p:txBody>
          <a:bodyPr>
            <a:normAutofit/>
          </a:bodyPr>
          <a:lstStyle/>
          <a:p>
            <a:r>
              <a:rPr lang="en-US" b="1" u="sng"/>
              <a:t>Report Service</a:t>
            </a:r>
            <a:r>
              <a:rPr lang="en-US"/>
              <a:t>: The Report Service is triggered to send </a:t>
            </a:r>
            <a:r>
              <a:rPr lang="en-US" u="sng"/>
              <a:t>RIC Indication</a:t>
            </a:r>
            <a:r>
              <a:rPr lang="en-US"/>
              <a:t> messages (of type </a:t>
            </a:r>
            <a:r>
              <a:rPr lang="en-US" b="1"/>
              <a:t>report</a:t>
            </a:r>
            <a:r>
              <a:rPr lang="en-US"/>
              <a:t>) that can contain data and telemetry from an E2 Node, upon subscription from an xApp.</a:t>
            </a:r>
          </a:p>
          <a:p>
            <a:pPr lvl="1"/>
            <a:r>
              <a:rPr lang="en-US"/>
              <a:t>The report messages can be configured to be sent periodically during subscription.</a:t>
            </a:r>
          </a:p>
          <a:p>
            <a:r>
              <a:rPr lang="en-US" b="1" u="sng"/>
              <a:t>Insert Service</a:t>
            </a:r>
            <a:r>
              <a:rPr lang="en-US"/>
              <a:t>: Through the Insert service an xApp can suspend a specific procedure upon event trigger (through subscription) and get details about suspended procedures through </a:t>
            </a:r>
            <a:r>
              <a:rPr lang="en-US" u="sng"/>
              <a:t>RIC Indication</a:t>
            </a:r>
            <a:r>
              <a:rPr lang="en-US"/>
              <a:t> messages (of type </a:t>
            </a:r>
            <a:r>
              <a:rPr lang="en-US" b="1"/>
              <a:t>insert</a:t>
            </a:r>
            <a:r>
              <a:rPr lang="en-US"/>
              <a:t>). </a:t>
            </a:r>
          </a:p>
          <a:p>
            <a:pPr lvl="1"/>
            <a:r>
              <a:rPr lang="en-US"/>
              <a:t>The procedure can be halted till a timer expires/till a RIC control message is received.</a:t>
            </a:r>
          </a:p>
          <a:p>
            <a:r>
              <a:rPr lang="en-US" b="1" u="sng"/>
              <a:t>Control Service</a:t>
            </a:r>
            <a:r>
              <a:rPr lang="en-US"/>
              <a:t>: The E2 node can receive </a:t>
            </a:r>
            <a:r>
              <a:rPr lang="en-US" u="sng"/>
              <a:t>RIC Control</a:t>
            </a:r>
            <a:r>
              <a:rPr lang="en-US"/>
              <a:t> messages triggered autonomously by the RIC (xApp) or due to the consequence of reception of an Insert message. </a:t>
            </a:r>
          </a:p>
          <a:p>
            <a:r>
              <a:rPr lang="en-US" b="1" u="sng"/>
              <a:t>Policy Service</a:t>
            </a:r>
            <a:r>
              <a:rPr lang="en-US"/>
              <a:t>: The policy service allows an xApp to request the E2 node to execute a specific policy (through a Subscription Message) after the occurrence of a specific event.</a:t>
            </a:r>
          </a:p>
          <a:p>
            <a:pPr lvl="1"/>
            <a:r>
              <a:rPr lang="en-US"/>
              <a:t>No halting of any procedure. The E2 node adopts the policy specified.</a:t>
            </a:r>
          </a:p>
          <a:p>
            <a:r>
              <a:rPr lang="en-US" b="1" u="sng"/>
              <a:t>Query Service</a:t>
            </a:r>
            <a:r>
              <a:rPr lang="en-US"/>
              <a:t>: The E2 Node allows the RIC (xApp) to query RAN/UE-specific information.</a:t>
            </a:r>
          </a:p>
          <a:p>
            <a:pPr marL="0" indent="0">
              <a:buNone/>
            </a:pPr>
            <a:r>
              <a:rPr lang="en-US" i="1"/>
              <a:t>RIC services can be combined within a common subscription with each RIC service implemented as a part of a sequence of actions.</a:t>
            </a:r>
          </a:p>
          <a:p>
            <a:endParaRPr lang="en-US"/>
          </a:p>
        </p:txBody>
      </p:sp>
      <p:sp>
        <p:nvSpPr>
          <p:cNvPr id="6" name="Explosion: 14 Points 5">
            <a:extLst>
              <a:ext uri="{FF2B5EF4-FFF2-40B4-BE49-F238E27FC236}">
                <a16:creationId xmlns:a16="http://schemas.microsoft.com/office/drawing/2014/main" id="{C32EBA02-ABD2-B487-1DE4-D4735BEB7476}"/>
              </a:ext>
            </a:extLst>
          </p:cNvPr>
          <p:cNvSpPr/>
          <p:nvPr/>
        </p:nvSpPr>
        <p:spPr>
          <a:xfrm>
            <a:off x="6869504" y="5475892"/>
            <a:ext cx="4209690" cy="1227668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Q: Difference between Insert and Policy services?</a:t>
            </a:r>
          </a:p>
        </p:txBody>
      </p:sp>
    </p:spTree>
    <p:extLst>
      <p:ext uri="{BB962C8B-B14F-4D97-AF65-F5344CB8AC3E}">
        <p14:creationId xmlns:p14="http://schemas.microsoft.com/office/powerpoint/2010/main" val="396009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0E84-807A-FD14-F474-7212CF24A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Service Models (E2SM)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A5D385-624F-A97E-6CD2-4390DD36C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79051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8402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3C88-BB85-A15F-589A-0D29D40A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55" y="2397503"/>
            <a:ext cx="4521200" cy="2156023"/>
          </a:xfrm>
        </p:spPr>
        <p:txBody>
          <a:bodyPr>
            <a:normAutofit/>
          </a:bodyPr>
          <a:lstStyle/>
          <a:p>
            <a:r>
              <a:rPr lang="en-US"/>
              <a:t>O-RAN Standardized Service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01D6E4-47F7-FFAB-1701-AA8C496F6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745" y="403472"/>
            <a:ext cx="5960200" cy="605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22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78AB-6525-D84C-05C1-33BC8E50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E2SM-KPM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B8BCC-D831-4338-8438-DA28A2190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09" y="2139988"/>
            <a:ext cx="5306291" cy="3849624"/>
          </a:xfrm>
        </p:spPr>
        <p:txBody>
          <a:bodyPr/>
          <a:lstStyle/>
          <a:p>
            <a:r>
              <a:rPr lang="en-US"/>
              <a:t>The Key Performance Metrics (KPM) Monitor RAN function exposes available measurements from O-DU, O-CU-CP, O-CU-UP and periodically reports measurements subscribed from near-RT RIC (xApp).</a:t>
            </a:r>
          </a:p>
          <a:p>
            <a:r>
              <a:rPr lang="en-US"/>
              <a:t>The KPM Monitor RAN function provides the </a:t>
            </a:r>
            <a:r>
              <a:rPr lang="en-US" b="1"/>
              <a:t>Report </a:t>
            </a:r>
            <a:r>
              <a:rPr lang="en-US"/>
              <a:t>service</a:t>
            </a:r>
            <a:r>
              <a:rPr lang="en-US" b="1"/>
              <a:t> </a:t>
            </a:r>
            <a:r>
              <a:rPr lang="en-US"/>
              <a:t>in the following styles</a:t>
            </a:r>
          </a:p>
          <a:p>
            <a:pPr lvl="1"/>
            <a:r>
              <a:rPr lang="en-US"/>
              <a:t>E2 Node Measurement.</a:t>
            </a:r>
          </a:p>
          <a:p>
            <a:pPr lvl="1"/>
            <a:r>
              <a:rPr lang="en-US"/>
              <a:t>E2 Node Measurement for a single UE.</a:t>
            </a:r>
          </a:p>
          <a:p>
            <a:pPr lvl="1"/>
            <a:r>
              <a:rPr lang="en-US"/>
              <a:t>Condition-based, UE-level E2 Node Measurement.</a:t>
            </a:r>
          </a:p>
          <a:p>
            <a:pPr lvl="1"/>
            <a:r>
              <a:rPr lang="en-US"/>
              <a:t>Common Condition-based, UE-level E2 Node Measurement.</a:t>
            </a:r>
          </a:p>
          <a:p>
            <a:pPr lvl="1"/>
            <a:r>
              <a:rPr lang="en-US"/>
              <a:t>E2 Node Measurements for multiple UEs.</a:t>
            </a:r>
          </a:p>
          <a:p>
            <a:pPr lvl="1"/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8C08A-09CD-7E88-D3B9-AA34D54E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577" y="2459417"/>
            <a:ext cx="5444670" cy="155801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8C8141-C640-5E5B-7D90-6EF034D99F0F}"/>
              </a:ext>
            </a:extLst>
          </p:cNvPr>
          <p:cNvSpPr/>
          <p:nvPr/>
        </p:nvSpPr>
        <p:spPr>
          <a:xfrm>
            <a:off x="6137563" y="4697040"/>
            <a:ext cx="4987637" cy="5643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Style Type</a:t>
            </a:r>
            <a:r>
              <a:rPr lang="en-US"/>
              <a:t>: A specific approach used to expose a given RIC service.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D84522-B2D1-465D-B9DE-EAD89484B221}"/>
              </a:ext>
            </a:extLst>
          </p:cNvPr>
          <p:cNvSpPr/>
          <p:nvPr/>
        </p:nvSpPr>
        <p:spPr>
          <a:xfrm>
            <a:off x="6228272" y="5460521"/>
            <a:ext cx="4896928" cy="4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Format Type: </a:t>
            </a:r>
            <a:r>
              <a:rPr lang="en-US"/>
              <a:t>A specific approach used to encode one of the E2AP IEs defined in the E2SM.</a:t>
            </a:r>
          </a:p>
        </p:txBody>
      </p:sp>
    </p:spTree>
    <p:extLst>
      <p:ext uri="{BB962C8B-B14F-4D97-AF65-F5344CB8AC3E}">
        <p14:creationId xmlns:p14="http://schemas.microsoft.com/office/powerpoint/2010/main" val="832303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6595-AA67-8D72-526D-2640F20E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8477" y="3525328"/>
            <a:ext cx="3976253" cy="1388956"/>
          </a:xfrm>
        </p:spPr>
        <p:txBody>
          <a:bodyPr>
            <a:normAutofit fontScale="90000"/>
          </a:bodyPr>
          <a:lstStyle/>
          <a:p>
            <a:r>
              <a:rPr lang="en-US"/>
              <a:t>E2-SM Message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824B-9EAF-9E0A-7BEA-4A2FD2E2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3BF74-3DEB-E413-8770-B9B56ED3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10" y="546266"/>
            <a:ext cx="6086763" cy="5765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1AF071-0C94-E3C8-2189-0F938D2EE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637" y="1165693"/>
            <a:ext cx="4633934" cy="132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35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losion: 14 Points 3">
            <a:extLst>
              <a:ext uri="{FF2B5EF4-FFF2-40B4-BE49-F238E27FC236}">
                <a16:creationId xmlns:a16="http://schemas.microsoft.com/office/drawing/2014/main" id="{BF05E9EC-8B8B-063C-2D70-7658D6AA6E8D}"/>
              </a:ext>
            </a:extLst>
          </p:cNvPr>
          <p:cNvSpPr/>
          <p:nvPr/>
        </p:nvSpPr>
        <p:spPr>
          <a:xfrm>
            <a:off x="488569" y="1009291"/>
            <a:ext cx="4368103" cy="2199736"/>
          </a:xfrm>
          <a:prstGeom prst="irregularSeal2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Explore ASN1 file for E2SM-KPM</a:t>
            </a:r>
          </a:p>
        </p:txBody>
      </p:sp>
      <p:sp>
        <p:nvSpPr>
          <p:cNvPr id="5" name="Wave 4">
            <a:extLst>
              <a:ext uri="{FF2B5EF4-FFF2-40B4-BE49-F238E27FC236}">
                <a16:creationId xmlns:a16="http://schemas.microsoft.com/office/drawing/2014/main" id="{FD842416-0505-AF7C-BBFC-FD1042D7792B}"/>
              </a:ext>
            </a:extLst>
          </p:cNvPr>
          <p:cNvSpPr/>
          <p:nvPr/>
        </p:nvSpPr>
        <p:spPr>
          <a:xfrm>
            <a:off x="6469222" y="1138687"/>
            <a:ext cx="4088920" cy="2070340"/>
          </a:xfrm>
          <a:prstGeom prst="wav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Q: What is the Purpose of E2SM?</a:t>
            </a:r>
          </a:p>
          <a:p>
            <a:pPr algn="ctr"/>
            <a:r>
              <a:rPr lang="en-US"/>
              <a:t>Ans: Recommended approach that a given RAN function specific E2SM would use to define the contents of E2 messages</a:t>
            </a:r>
          </a:p>
        </p:txBody>
      </p:sp>
      <p:sp>
        <p:nvSpPr>
          <p:cNvPr id="7" name="Explosion: 8 Points 6">
            <a:extLst>
              <a:ext uri="{FF2B5EF4-FFF2-40B4-BE49-F238E27FC236}">
                <a16:creationId xmlns:a16="http://schemas.microsoft.com/office/drawing/2014/main" id="{EAAD1DA8-F611-2F3B-C4FB-A211E54914D8}"/>
              </a:ext>
            </a:extLst>
          </p:cNvPr>
          <p:cNvSpPr/>
          <p:nvPr/>
        </p:nvSpPr>
        <p:spPr>
          <a:xfrm>
            <a:off x="2457351" y="3808636"/>
            <a:ext cx="6263954" cy="2307492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Q: What would happen if custom service Models are implemented instead of standardized ones?</a:t>
            </a:r>
          </a:p>
        </p:txBody>
      </p:sp>
    </p:spTree>
    <p:extLst>
      <p:ext uri="{BB962C8B-B14F-4D97-AF65-F5344CB8AC3E}">
        <p14:creationId xmlns:p14="http://schemas.microsoft.com/office/powerpoint/2010/main" val="2995450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D9BD-555C-4AD4-230E-763D276E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17" y="5413985"/>
            <a:ext cx="10058400" cy="1371600"/>
          </a:xfrm>
        </p:spPr>
        <p:txBody>
          <a:bodyPr/>
          <a:lstStyle/>
          <a:p>
            <a:r>
              <a:rPr lang="en-US"/>
              <a:t>E2 Packet Captures (E2 Setup Request)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0C52C-9D26-98B7-6ACE-0D61A6744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333" y="465311"/>
            <a:ext cx="7479334" cy="511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49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D9BD-555C-4AD4-230E-763D276E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17" y="5413985"/>
            <a:ext cx="10058400" cy="1371600"/>
          </a:xfrm>
        </p:spPr>
        <p:txBody>
          <a:bodyPr/>
          <a:lstStyle/>
          <a:p>
            <a:r>
              <a:rPr lang="en-US"/>
              <a:t>E2 Packet Captures (E2 Setup Response)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869F0-E0CF-C318-5547-6E6AC4DEE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38716"/>
            <a:ext cx="8292460" cy="528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00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D865-B872-F61C-2EAA-9FBA676BC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000" cap="all" spc="-100">
                <a:solidFill>
                  <a:schemeClr val="bg1"/>
                </a:solidFill>
              </a:rPr>
              <a:t>E2 Subscription Request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0E337-5D00-63A5-3995-AF9FE66A3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5880" y="806860"/>
            <a:ext cx="6852624" cy="532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41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1473-C85B-B155-29F8-9D8A5F49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700" cap="all" spc="-100">
                <a:solidFill>
                  <a:schemeClr val="bg1"/>
                </a:solidFill>
              </a:rPr>
              <a:t>E2 Indication Message Capture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E70E78-C768-0CE2-FBC8-B176ABE56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9631" y="95437"/>
            <a:ext cx="5650389" cy="666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16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D987588514414EA83E256905508C45" ma:contentTypeVersion="9" ma:contentTypeDescription="Create a new document." ma:contentTypeScope="" ma:versionID="9e64f9036fe3ad73b3f21348a7987be2">
  <xsd:schema xmlns:xsd="http://www.w3.org/2001/XMLSchema" xmlns:xs="http://www.w3.org/2001/XMLSchema" xmlns:p="http://schemas.microsoft.com/office/2006/metadata/properties" xmlns:ns3="a4ff337b-075e-4ee1-8bbe-1683ec5d397a" xmlns:ns4="29b4debd-5b3d-40c6-90ed-10185977ca81" targetNamespace="http://schemas.microsoft.com/office/2006/metadata/properties" ma:root="true" ma:fieldsID="89cd8f671f203d9f306487f7fdc74218" ns3:_="" ns4:_="">
    <xsd:import namespace="a4ff337b-075e-4ee1-8bbe-1683ec5d397a"/>
    <xsd:import namespace="29b4debd-5b3d-40c6-90ed-10185977ca8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f337b-075e-4ee1-8bbe-1683ec5d39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b4debd-5b3d-40c6-90ed-10185977ca8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ff337b-075e-4ee1-8bbe-1683ec5d397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8F22A0-C796-4C4C-80AF-CE684C0A1573}">
  <ds:schemaRefs>
    <ds:schemaRef ds:uri="29b4debd-5b3d-40c6-90ed-10185977ca81"/>
    <ds:schemaRef ds:uri="a4ff337b-075e-4ee1-8bbe-1683ec5d397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A5F6853-EE1E-4318-A5E0-F354949E61D9}">
  <ds:schemaRefs>
    <ds:schemaRef ds:uri="29b4debd-5b3d-40c6-90ed-10185977ca81"/>
    <ds:schemaRef ds:uri="a4ff337b-075e-4ee1-8bbe-1683ec5d397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B57171-1A60-4E4C-B36E-BB31F8EBD8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SavonVTI</vt:lpstr>
      <vt:lpstr>E2 Interface – The E2 Application Protocol (E2AP)</vt:lpstr>
      <vt:lpstr>What is the E2 Interface?</vt:lpstr>
      <vt:lpstr>E2AP Terminology </vt:lpstr>
      <vt:lpstr>E2AP Message</vt:lpstr>
      <vt:lpstr>E2 Setup Procedure</vt:lpstr>
      <vt:lpstr>Types of E2AP Procedures</vt:lpstr>
      <vt:lpstr>RIC Services - Types</vt:lpstr>
      <vt:lpstr>E2 Service Models (E2SM)</vt:lpstr>
      <vt:lpstr>O-RAN Standardized Service Models</vt:lpstr>
      <vt:lpstr>E2SM-KPM</vt:lpstr>
      <vt:lpstr>E2-SM Message formats</vt:lpstr>
      <vt:lpstr>PowerPoint Presentation</vt:lpstr>
      <vt:lpstr>E2 Packet Captures (E2 Setup Request)</vt:lpstr>
      <vt:lpstr>E2 Packet Captures (E2 Setup Response)</vt:lpstr>
      <vt:lpstr>E2 Subscription Request</vt:lpstr>
      <vt:lpstr>E2 Indication Message Capture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 Interface</dc:title>
  <dc:creator>Upadhyaya, Pratheek Shankaranarayana</dc:creator>
  <cp:revision>1</cp:revision>
  <dcterms:created xsi:type="dcterms:W3CDTF">2023-10-03T14:15:25Z</dcterms:created>
  <dcterms:modified xsi:type="dcterms:W3CDTF">2024-08-07T19:39:41Z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0x01010060D987588514414EA83E256905508C45</vt:lpwstr>
  </property>
</Properties>
</file>