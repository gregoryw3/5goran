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68" r:id="rId5"/>
    <p:sldId id="272" r:id="rId6"/>
    <p:sldId id="273" r:id="rId7"/>
    <p:sldId id="277" r:id="rId8"/>
    <p:sldId id="275" r:id="rId9"/>
    <p:sldId id="27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7EC9D70-73A8-47FD-8F10-D01499FD09DA}">
          <p14:sldIdLst>
            <p14:sldId id="256"/>
            <p14:sldId id="270"/>
            <p14:sldId id="271"/>
            <p14:sldId id="268"/>
          </p14:sldIdLst>
        </p14:section>
        <p14:section name="OAI CN5G Installation" id="{F93C7BA5-55B3-48A6-9B7D-D5C4D2B7EEE4}">
          <p14:sldIdLst>
            <p14:sldId id="272"/>
            <p14:sldId id="273"/>
            <p14:sldId id="277"/>
          </p14:sldIdLst>
        </p14:section>
        <p14:section name="OAI RAN Installation" id="{3030F651-7150-497C-A710-08106E4B3DF6}">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83D8AB-CC7F-4FB5-890D-E03FD7293BBA}" v="250" dt="2025-10-07T17:06:39.107"/>
    <p1510:client id="{FE08C59C-E277-44C8-8E23-5E485B7968A1}" v="306" dt="2025-10-07T17:52:25.2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padhyaya, Pratheek Shankaranarayana" userId="d86132f3-b278-41c2-8c29-98b709d334a7" providerId="ADAL" clId="{DDAB53BA-B032-41C5-92E3-EDD9AFA2ACC7}"/>
    <pc:docChg chg="undo custSel addSld delSld modSld delMainMaster addSection modSection">
      <pc:chgData name="Upadhyaya, Pratheek Shankaranarayana" userId="d86132f3-b278-41c2-8c29-98b709d334a7" providerId="ADAL" clId="{DDAB53BA-B032-41C5-92E3-EDD9AFA2ACC7}" dt="2025-10-07T17:52:25.205" v="299" actId="113"/>
      <pc:docMkLst>
        <pc:docMk/>
      </pc:docMkLst>
      <pc:sldChg chg="delSp modSp mod">
        <pc:chgData name="Upadhyaya, Pratheek Shankaranarayana" userId="d86132f3-b278-41c2-8c29-98b709d334a7" providerId="ADAL" clId="{DDAB53BA-B032-41C5-92E3-EDD9AFA2ACC7}" dt="2025-10-07T16:46:38.843" v="28" actId="14100"/>
        <pc:sldMkLst>
          <pc:docMk/>
          <pc:sldMk cId="1854532453" sldId="268"/>
        </pc:sldMkLst>
        <pc:spChg chg="mod">
          <ac:chgData name="Upadhyaya, Pratheek Shankaranarayana" userId="d86132f3-b278-41c2-8c29-98b709d334a7" providerId="ADAL" clId="{DDAB53BA-B032-41C5-92E3-EDD9AFA2ACC7}" dt="2025-10-07T16:46:07.674" v="20" actId="1076"/>
          <ac:spMkLst>
            <pc:docMk/>
            <pc:sldMk cId="1854532453" sldId="268"/>
            <ac:spMk id="2" creationId="{D8F0AB17-EED0-655D-1382-29B833955937}"/>
          </ac:spMkLst>
        </pc:spChg>
        <pc:spChg chg="del">
          <ac:chgData name="Upadhyaya, Pratheek Shankaranarayana" userId="d86132f3-b278-41c2-8c29-98b709d334a7" providerId="ADAL" clId="{DDAB53BA-B032-41C5-92E3-EDD9AFA2ACC7}" dt="2025-10-07T16:37:41.971" v="2" actId="478"/>
          <ac:spMkLst>
            <pc:docMk/>
            <pc:sldMk cId="1854532453" sldId="268"/>
            <ac:spMk id="3" creationId="{B9372E05-B2B0-A5EC-5009-A7506692128F}"/>
          </ac:spMkLst>
        </pc:spChg>
        <pc:spChg chg="mod">
          <ac:chgData name="Upadhyaya, Pratheek Shankaranarayana" userId="d86132f3-b278-41c2-8c29-98b709d334a7" providerId="ADAL" clId="{DDAB53BA-B032-41C5-92E3-EDD9AFA2ACC7}" dt="2025-10-07T16:46:38.843" v="28" actId="14100"/>
          <ac:spMkLst>
            <pc:docMk/>
            <pc:sldMk cId="1854532453" sldId="268"/>
            <ac:spMk id="7" creationId="{231B5B81-278B-FEDB-5E5B-E52326E0F527}"/>
          </ac:spMkLst>
        </pc:spChg>
        <pc:spChg chg="mod">
          <ac:chgData name="Upadhyaya, Pratheek Shankaranarayana" userId="d86132f3-b278-41c2-8c29-98b709d334a7" providerId="ADAL" clId="{DDAB53BA-B032-41C5-92E3-EDD9AFA2ACC7}" dt="2025-10-07T16:46:16.333" v="24" actId="1076"/>
          <ac:spMkLst>
            <pc:docMk/>
            <pc:sldMk cId="1854532453" sldId="268"/>
            <ac:spMk id="11" creationId="{29D8AF49-E5FB-DED8-BE95-35C98303AA50}"/>
          </ac:spMkLst>
        </pc:spChg>
        <pc:spChg chg="mod">
          <ac:chgData name="Upadhyaya, Pratheek Shankaranarayana" userId="d86132f3-b278-41c2-8c29-98b709d334a7" providerId="ADAL" clId="{DDAB53BA-B032-41C5-92E3-EDD9AFA2ACC7}" dt="2025-10-07T16:46:09.797" v="21" actId="1076"/>
          <ac:spMkLst>
            <pc:docMk/>
            <pc:sldMk cId="1854532453" sldId="268"/>
            <ac:spMk id="18" creationId="{418BF7A6-20BB-129F-C74D-174C3796A3CF}"/>
          </ac:spMkLst>
        </pc:spChg>
        <pc:spChg chg="mod">
          <ac:chgData name="Upadhyaya, Pratheek Shankaranarayana" userId="d86132f3-b278-41c2-8c29-98b709d334a7" providerId="ADAL" clId="{DDAB53BA-B032-41C5-92E3-EDD9AFA2ACC7}" dt="2025-10-07T16:46:11.972" v="22" actId="1076"/>
          <ac:spMkLst>
            <pc:docMk/>
            <pc:sldMk cId="1854532453" sldId="268"/>
            <ac:spMk id="19" creationId="{32473233-556C-F575-4BC5-D0252DB00540}"/>
          </ac:spMkLst>
        </pc:spChg>
        <pc:picChg chg="mod">
          <ac:chgData name="Upadhyaya, Pratheek Shankaranarayana" userId="d86132f3-b278-41c2-8c29-98b709d334a7" providerId="ADAL" clId="{DDAB53BA-B032-41C5-92E3-EDD9AFA2ACC7}" dt="2025-10-07T16:46:13.991" v="23" actId="1076"/>
          <ac:picMkLst>
            <pc:docMk/>
            <pc:sldMk cId="1854532453" sldId="268"/>
            <ac:picMk id="5" creationId="{04894F2C-B8C3-9E72-DE26-379B2634C36F}"/>
          </ac:picMkLst>
        </pc:picChg>
        <pc:picChg chg="mod">
          <ac:chgData name="Upadhyaya, Pratheek Shankaranarayana" userId="d86132f3-b278-41c2-8c29-98b709d334a7" providerId="ADAL" clId="{DDAB53BA-B032-41C5-92E3-EDD9AFA2ACC7}" dt="2025-10-07T16:46:23.463" v="26" actId="14100"/>
          <ac:picMkLst>
            <pc:docMk/>
            <pc:sldMk cId="1854532453" sldId="268"/>
            <ac:picMk id="12" creationId="{0A0E1699-C08B-A3C3-E201-5111E4D58593}"/>
          </ac:picMkLst>
        </pc:picChg>
      </pc:sldChg>
      <pc:sldChg chg="del">
        <pc:chgData name="Upadhyaya, Pratheek Shankaranarayana" userId="d86132f3-b278-41c2-8c29-98b709d334a7" providerId="ADAL" clId="{DDAB53BA-B032-41C5-92E3-EDD9AFA2ACC7}" dt="2025-10-07T16:45:07.940" v="8" actId="47"/>
        <pc:sldMkLst>
          <pc:docMk/>
          <pc:sldMk cId="2261560217" sldId="269"/>
        </pc:sldMkLst>
      </pc:sldChg>
      <pc:sldChg chg="modSp mod">
        <pc:chgData name="Upadhyaya, Pratheek Shankaranarayana" userId="d86132f3-b278-41c2-8c29-98b709d334a7" providerId="ADAL" clId="{DDAB53BA-B032-41C5-92E3-EDD9AFA2ACC7}" dt="2025-10-07T17:46:42.078" v="292" actId="1076"/>
        <pc:sldMkLst>
          <pc:docMk/>
          <pc:sldMk cId="807749870" sldId="271"/>
        </pc:sldMkLst>
        <pc:spChg chg="mod">
          <ac:chgData name="Upadhyaya, Pratheek Shankaranarayana" userId="d86132f3-b278-41c2-8c29-98b709d334a7" providerId="ADAL" clId="{DDAB53BA-B032-41C5-92E3-EDD9AFA2ACC7}" dt="2025-10-07T17:42:41.301" v="247" actId="27636"/>
          <ac:spMkLst>
            <pc:docMk/>
            <pc:sldMk cId="807749870" sldId="271"/>
            <ac:spMk id="6" creationId="{8CD7DE99-1DE7-CC7C-C6D9-D8D38905FFB2}"/>
          </ac:spMkLst>
        </pc:spChg>
        <pc:picChg chg="mod">
          <ac:chgData name="Upadhyaya, Pratheek Shankaranarayana" userId="d86132f3-b278-41c2-8c29-98b709d334a7" providerId="ADAL" clId="{DDAB53BA-B032-41C5-92E3-EDD9AFA2ACC7}" dt="2025-10-07T17:46:42.078" v="292" actId="1076"/>
          <ac:picMkLst>
            <pc:docMk/>
            <pc:sldMk cId="807749870" sldId="271"/>
            <ac:picMk id="4" creationId="{4657EEA4-2ED7-63A9-40F5-E668E00E2FCA}"/>
          </ac:picMkLst>
        </pc:picChg>
      </pc:sldChg>
      <pc:sldChg chg="modSp add del mod">
        <pc:chgData name="Upadhyaya, Pratheek Shankaranarayana" userId="d86132f3-b278-41c2-8c29-98b709d334a7" providerId="ADAL" clId="{DDAB53BA-B032-41C5-92E3-EDD9AFA2ACC7}" dt="2025-10-07T17:00:55.709" v="96" actId="2711"/>
        <pc:sldMkLst>
          <pc:docMk/>
          <pc:sldMk cId="3142437253" sldId="272"/>
        </pc:sldMkLst>
        <pc:spChg chg="mod">
          <ac:chgData name="Upadhyaya, Pratheek Shankaranarayana" userId="d86132f3-b278-41c2-8c29-98b709d334a7" providerId="ADAL" clId="{DDAB53BA-B032-41C5-92E3-EDD9AFA2ACC7}" dt="2025-10-07T16:51:34.757" v="37" actId="2711"/>
          <ac:spMkLst>
            <pc:docMk/>
            <pc:sldMk cId="3142437253" sldId="272"/>
            <ac:spMk id="2" creationId="{A49DD4F5-5174-7FE0-24C2-8F4DC96E2601}"/>
          </ac:spMkLst>
        </pc:spChg>
        <pc:spChg chg="mod">
          <ac:chgData name="Upadhyaya, Pratheek Shankaranarayana" userId="d86132f3-b278-41c2-8c29-98b709d334a7" providerId="ADAL" clId="{DDAB53BA-B032-41C5-92E3-EDD9AFA2ACC7}" dt="2025-10-07T17:00:55.709" v="96" actId="2711"/>
          <ac:spMkLst>
            <pc:docMk/>
            <pc:sldMk cId="3142437253" sldId="272"/>
            <ac:spMk id="3" creationId="{9BDE6118-F982-2F27-3C89-BE8A897BF248}"/>
          </ac:spMkLst>
        </pc:spChg>
        <pc:spChg chg="mod">
          <ac:chgData name="Upadhyaya, Pratheek Shankaranarayana" userId="d86132f3-b278-41c2-8c29-98b709d334a7" providerId="ADAL" clId="{DDAB53BA-B032-41C5-92E3-EDD9AFA2ACC7}" dt="2025-10-07T16:56:04.414" v="76" actId="14100"/>
          <ac:spMkLst>
            <pc:docMk/>
            <pc:sldMk cId="3142437253" sldId="272"/>
            <ac:spMk id="9" creationId="{677DC4D8-5BAB-1BA6-F502-770FF6106E25}"/>
          </ac:spMkLst>
        </pc:spChg>
        <pc:spChg chg="mod">
          <ac:chgData name="Upadhyaya, Pratheek Shankaranarayana" userId="d86132f3-b278-41c2-8c29-98b709d334a7" providerId="ADAL" clId="{DDAB53BA-B032-41C5-92E3-EDD9AFA2ACC7}" dt="2025-10-07T16:55:18.605" v="74" actId="20577"/>
          <ac:spMkLst>
            <pc:docMk/>
            <pc:sldMk cId="3142437253" sldId="272"/>
            <ac:spMk id="11" creationId="{73E3ED93-3417-0842-B020-54F043760641}"/>
          </ac:spMkLst>
        </pc:spChg>
      </pc:sldChg>
      <pc:sldChg chg="modSp add mod">
        <pc:chgData name="Upadhyaya, Pratheek Shankaranarayana" userId="d86132f3-b278-41c2-8c29-98b709d334a7" providerId="ADAL" clId="{DDAB53BA-B032-41C5-92E3-EDD9AFA2ACC7}" dt="2025-10-07T17:47:10.428" v="295" actId="1076"/>
        <pc:sldMkLst>
          <pc:docMk/>
          <pc:sldMk cId="3958071883" sldId="273"/>
        </pc:sldMkLst>
        <pc:spChg chg="mod">
          <ac:chgData name="Upadhyaya, Pratheek Shankaranarayana" userId="d86132f3-b278-41c2-8c29-98b709d334a7" providerId="ADAL" clId="{DDAB53BA-B032-41C5-92E3-EDD9AFA2ACC7}" dt="2025-10-07T17:47:03.247" v="293" actId="2711"/>
          <ac:spMkLst>
            <pc:docMk/>
            <pc:sldMk cId="3958071883" sldId="273"/>
            <ac:spMk id="2" creationId="{A7D91D79-881D-AA15-5B18-2334B9DF01C0}"/>
          </ac:spMkLst>
        </pc:spChg>
        <pc:spChg chg="mod">
          <ac:chgData name="Upadhyaya, Pratheek Shankaranarayana" userId="d86132f3-b278-41c2-8c29-98b709d334a7" providerId="ADAL" clId="{DDAB53BA-B032-41C5-92E3-EDD9AFA2ACC7}" dt="2025-10-07T17:01:03.579" v="97" actId="1076"/>
          <ac:spMkLst>
            <pc:docMk/>
            <pc:sldMk cId="3958071883" sldId="273"/>
            <ac:spMk id="3" creationId="{9F537863-600D-560E-4D52-D324A0CFFAA6}"/>
          </ac:spMkLst>
        </pc:spChg>
        <pc:spChg chg="mod">
          <ac:chgData name="Upadhyaya, Pratheek Shankaranarayana" userId="d86132f3-b278-41c2-8c29-98b709d334a7" providerId="ADAL" clId="{DDAB53BA-B032-41C5-92E3-EDD9AFA2ACC7}" dt="2025-10-07T17:47:07.679" v="294" actId="1076"/>
          <ac:spMkLst>
            <pc:docMk/>
            <pc:sldMk cId="3958071883" sldId="273"/>
            <ac:spMk id="4" creationId="{6DCAE3CB-24F4-7943-48A0-04D7C3CC9EE9}"/>
          </ac:spMkLst>
        </pc:spChg>
        <pc:spChg chg="mod">
          <ac:chgData name="Upadhyaya, Pratheek Shankaranarayana" userId="d86132f3-b278-41c2-8c29-98b709d334a7" providerId="ADAL" clId="{DDAB53BA-B032-41C5-92E3-EDD9AFA2ACC7}" dt="2025-10-07T17:47:10.428" v="295" actId="1076"/>
          <ac:spMkLst>
            <pc:docMk/>
            <pc:sldMk cId="3958071883" sldId="273"/>
            <ac:spMk id="7" creationId="{BC356E68-50B1-F4E1-7CC0-04D7AA8BD976}"/>
          </ac:spMkLst>
        </pc:spChg>
      </pc:sldChg>
      <pc:sldChg chg="modSp add mod">
        <pc:chgData name="Upadhyaya, Pratheek Shankaranarayana" userId="d86132f3-b278-41c2-8c29-98b709d334a7" providerId="ADAL" clId="{DDAB53BA-B032-41C5-92E3-EDD9AFA2ACC7}" dt="2025-10-07T17:52:25.205" v="299" actId="113"/>
        <pc:sldMkLst>
          <pc:docMk/>
          <pc:sldMk cId="2328757044" sldId="275"/>
        </pc:sldMkLst>
        <pc:spChg chg="mod">
          <ac:chgData name="Upadhyaya, Pratheek Shankaranarayana" userId="d86132f3-b278-41c2-8c29-98b709d334a7" providerId="ADAL" clId="{DDAB53BA-B032-41C5-92E3-EDD9AFA2ACC7}" dt="2025-10-07T17:38:48.009" v="217" actId="1076"/>
          <ac:spMkLst>
            <pc:docMk/>
            <pc:sldMk cId="2328757044" sldId="275"/>
            <ac:spMk id="2" creationId="{0E722E46-3D8E-AC9D-FD6A-3422F6714330}"/>
          </ac:spMkLst>
        </pc:spChg>
        <pc:spChg chg="mod">
          <ac:chgData name="Upadhyaya, Pratheek Shankaranarayana" userId="d86132f3-b278-41c2-8c29-98b709d334a7" providerId="ADAL" clId="{DDAB53BA-B032-41C5-92E3-EDD9AFA2ACC7}" dt="2025-10-07T17:38:44.175" v="216" actId="1076"/>
          <ac:spMkLst>
            <pc:docMk/>
            <pc:sldMk cId="2328757044" sldId="275"/>
            <ac:spMk id="3" creationId="{43F00886-12D6-66EC-E780-7F0870AD940B}"/>
          </ac:spMkLst>
        </pc:spChg>
        <pc:spChg chg="mod">
          <ac:chgData name="Upadhyaya, Pratheek Shankaranarayana" userId="d86132f3-b278-41c2-8c29-98b709d334a7" providerId="ADAL" clId="{DDAB53BA-B032-41C5-92E3-EDD9AFA2ACC7}" dt="2025-10-07T17:41:46.427" v="235" actId="20577"/>
          <ac:spMkLst>
            <pc:docMk/>
            <pc:sldMk cId="2328757044" sldId="275"/>
            <ac:spMk id="4" creationId="{0FE5B1F3-450E-5D81-B7C2-0AA71D186BBA}"/>
          </ac:spMkLst>
        </pc:spChg>
        <pc:spChg chg="mod">
          <ac:chgData name="Upadhyaya, Pratheek Shankaranarayana" userId="d86132f3-b278-41c2-8c29-98b709d334a7" providerId="ADAL" clId="{DDAB53BA-B032-41C5-92E3-EDD9AFA2ACC7}" dt="2025-10-07T17:38:53.964" v="218" actId="2711"/>
          <ac:spMkLst>
            <pc:docMk/>
            <pc:sldMk cId="2328757044" sldId="275"/>
            <ac:spMk id="6" creationId="{6C9BF29A-8662-A654-68F6-5C29E6E56881}"/>
          </ac:spMkLst>
        </pc:spChg>
        <pc:spChg chg="mod">
          <ac:chgData name="Upadhyaya, Pratheek Shankaranarayana" userId="d86132f3-b278-41c2-8c29-98b709d334a7" providerId="ADAL" clId="{DDAB53BA-B032-41C5-92E3-EDD9AFA2ACC7}" dt="2025-10-07T17:36:35.571" v="112" actId="1076"/>
          <ac:spMkLst>
            <pc:docMk/>
            <pc:sldMk cId="2328757044" sldId="275"/>
            <ac:spMk id="7" creationId="{0EF55098-134F-2A0A-4BC6-32371A121FB5}"/>
          </ac:spMkLst>
        </pc:spChg>
        <pc:spChg chg="mod">
          <ac:chgData name="Upadhyaya, Pratheek Shankaranarayana" userId="d86132f3-b278-41c2-8c29-98b709d334a7" providerId="ADAL" clId="{DDAB53BA-B032-41C5-92E3-EDD9AFA2ACC7}" dt="2025-10-07T17:39:40.214" v="226" actId="14100"/>
          <ac:spMkLst>
            <pc:docMk/>
            <pc:sldMk cId="2328757044" sldId="275"/>
            <ac:spMk id="9" creationId="{1DA0584B-B0FF-FF41-17BB-BB8E489EFF11}"/>
          </ac:spMkLst>
        </pc:spChg>
        <pc:spChg chg="mod">
          <ac:chgData name="Upadhyaya, Pratheek Shankaranarayana" userId="d86132f3-b278-41c2-8c29-98b709d334a7" providerId="ADAL" clId="{DDAB53BA-B032-41C5-92E3-EDD9AFA2ACC7}" dt="2025-10-07T17:52:13.952" v="296" actId="2711"/>
          <ac:spMkLst>
            <pc:docMk/>
            <pc:sldMk cId="2328757044" sldId="275"/>
            <ac:spMk id="11" creationId="{A1301D4F-435D-4D6F-1ABD-429963D73FC1}"/>
          </ac:spMkLst>
        </pc:spChg>
        <pc:spChg chg="mod">
          <ac:chgData name="Upadhyaya, Pratheek Shankaranarayana" userId="d86132f3-b278-41c2-8c29-98b709d334a7" providerId="ADAL" clId="{DDAB53BA-B032-41C5-92E3-EDD9AFA2ACC7}" dt="2025-10-07T17:52:25.205" v="299" actId="113"/>
          <ac:spMkLst>
            <pc:docMk/>
            <pc:sldMk cId="2328757044" sldId="275"/>
            <ac:spMk id="12" creationId="{348CA3F1-73F1-392C-C026-C996C6D24241}"/>
          </ac:spMkLst>
        </pc:spChg>
        <pc:spChg chg="mod">
          <ac:chgData name="Upadhyaya, Pratheek Shankaranarayana" userId="d86132f3-b278-41c2-8c29-98b709d334a7" providerId="ADAL" clId="{DDAB53BA-B032-41C5-92E3-EDD9AFA2ACC7}" dt="2025-10-07T17:40:03.252" v="229" actId="1076"/>
          <ac:spMkLst>
            <pc:docMk/>
            <pc:sldMk cId="2328757044" sldId="275"/>
            <ac:spMk id="13" creationId="{1114CCDB-C0F2-2324-39C8-384E190DE2DB}"/>
          </ac:spMkLst>
        </pc:spChg>
        <pc:picChg chg="mod ord">
          <ac:chgData name="Upadhyaya, Pratheek Shankaranarayana" userId="d86132f3-b278-41c2-8c29-98b709d334a7" providerId="ADAL" clId="{DDAB53BA-B032-41C5-92E3-EDD9AFA2ACC7}" dt="2025-10-07T17:39:58.426" v="228" actId="167"/>
          <ac:picMkLst>
            <pc:docMk/>
            <pc:sldMk cId="2328757044" sldId="275"/>
            <ac:picMk id="8" creationId="{AF46ECF6-9569-1AD1-E678-84C96DFFEB6D}"/>
          </ac:picMkLst>
        </pc:picChg>
        <pc:picChg chg="mod">
          <ac:chgData name="Upadhyaya, Pratheek Shankaranarayana" userId="d86132f3-b278-41c2-8c29-98b709d334a7" providerId="ADAL" clId="{DDAB53BA-B032-41C5-92E3-EDD9AFA2ACC7}" dt="2025-10-07T17:40:14.062" v="231" actId="1076"/>
          <ac:picMkLst>
            <pc:docMk/>
            <pc:sldMk cId="2328757044" sldId="275"/>
            <ac:picMk id="15" creationId="{1C63143B-16B3-691B-E2F6-FC91F0D9257D}"/>
          </ac:picMkLst>
        </pc:picChg>
      </pc:sldChg>
      <pc:sldChg chg="modSp add mod">
        <pc:chgData name="Upadhyaya, Pratheek Shankaranarayana" userId="d86132f3-b278-41c2-8c29-98b709d334a7" providerId="ADAL" clId="{DDAB53BA-B032-41C5-92E3-EDD9AFA2ACC7}" dt="2025-10-07T17:44:15.577" v="290" actId="2711"/>
        <pc:sldMkLst>
          <pc:docMk/>
          <pc:sldMk cId="1706053468" sldId="276"/>
        </pc:sldMkLst>
        <pc:spChg chg="mod">
          <ac:chgData name="Upadhyaya, Pratheek Shankaranarayana" userId="d86132f3-b278-41c2-8c29-98b709d334a7" providerId="ADAL" clId="{DDAB53BA-B032-41C5-92E3-EDD9AFA2ACC7}" dt="2025-10-07T17:43:34.131" v="249" actId="2711"/>
          <ac:spMkLst>
            <pc:docMk/>
            <pc:sldMk cId="1706053468" sldId="276"/>
            <ac:spMk id="2" creationId="{B837D805-CD6E-5D96-579D-2760A1F2BD67}"/>
          </ac:spMkLst>
        </pc:spChg>
        <pc:spChg chg="mod">
          <ac:chgData name="Upadhyaya, Pratheek Shankaranarayana" userId="d86132f3-b278-41c2-8c29-98b709d334a7" providerId="ADAL" clId="{DDAB53BA-B032-41C5-92E3-EDD9AFA2ACC7}" dt="2025-10-07T17:44:15.577" v="290" actId="2711"/>
          <ac:spMkLst>
            <pc:docMk/>
            <pc:sldMk cId="1706053468" sldId="276"/>
            <ac:spMk id="3" creationId="{A82B0BFF-502E-D18F-64D7-017EBA9E1EBB}"/>
          </ac:spMkLst>
        </pc:spChg>
        <pc:spChg chg="mod">
          <ac:chgData name="Upadhyaya, Pratheek Shankaranarayana" userId="d86132f3-b278-41c2-8c29-98b709d334a7" providerId="ADAL" clId="{DDAB53BA-B032-41C5-92E3-EDD9AFA2ACC7}" dt="2025-10-07T17:43:39.222" v="250" actId="2711"/>
          <ac:spMkLst>
            <pc:docMk/>
            <pc:sldMk cId="1706053468" sldId="276"/>
            <ac:spMk id="4" creationId="{7BAF705F-FB71-BF9B-2EC0-0CC681843D66}"/>
          </ac:spMkLst>
        </pc:spChg>
        <pc:spChg chg="mod">
          <ac:chgData name="Upadhyaya, Pratheek Shankaranarayana" userId="d86132f3-b278-41c2-8c29-98b709d334a7" providerId="ADAL" clId="{DDAB53BA-B032-41C5-92E3-EDD9AFA2ACC7}" dt="2025-10-07T17:44:07.490" v="289" actId="20577"/>
          <ac:spMkLst>
            <pc:docMk/>
            <pc:sldMk cId="1706053468" sldId="276"/>
            <ac:spMk id="5" creationId="{6F5BBDC1-168A-DA42-F369-AB3B15C6552D}"/>
          </ac:spMkLst>
        </pc:spChg>
      </pc:sldChg>
      <pc:sldChg chg="delSp modSp add mod setBg delDesignElem">
        <pc:chgData name="Upadhyaya, Pratheek Shankaranarayana" userId="d86132f3-b278-41c2-8c29-98b709d334a7" providerId="ADAL" clId="{DDAB53BA-B032-41C5-92E3-EDD9AFA2ACC7}" dt="2025-10-07T17:04:36.939" v="105" actId="1076"/>
        <pc:sldMkLst>
          <pc:docMk/>
          <pc:sldMk cId="3004199887" sldId="277"/>
        </pc:sldMkLst>
        <pc:spChg chg="del">
          <ac:chgData name="Upadhyaya, Pratheek Shankaranarayana" userId="d86132f3-b278-41c2-8c29-98b709d334a7" providerId="ADAL" clId="{DDAB53BA-B032-41C5-92E3-EDD9AFA2ACC7}" dt="2025-10-07T17:00:19.053" v="92"/>
          <ac:spMkLst>
            <pc:docMk/>
            <pc:sldMk cId="3004199887" sldId="277"/>
            <ac:spMk id="42" creationId="{1E94681D-2A4C-4A8D-B9B5-31D440D0328D}"/>
          </ac:spMkLst>
        </pc:spChg>
        <pc:spChg chg="del">
          <ac:chgData name="Upadhyaya, Pratheek Shankaranarayana" userId="d86132f3-b278-41c2-8c29-98b709d334a7" providerId="ADAL" clId="{DDAB53BA-B032-41C5-92E3-EDD9AFA2ACC7}" dt="2025-10-07T17:00:19.053" v="92"/>
          <ac:spMkLst>
            <pc:docMk/>
            <pc:sldMk cId="3004199887" sldId="277"/>
            <ac:spMk id="44" creationId="{44A7A5B0-A86B-4B2D-B579-7DD9405944A2}"/>
          </ac:spMkLst>
        </pc:spChg>
        <pc:spChg chg="del">
          <ac:chgData name="Upadhyaya, Pratheek Shankaranarayana" userId="d86132f3-b278-41c2-8c29-98b709d334a7" providerId="ADAL" clId="{DDAB53BA-B032-41C5-92E3-EDD9AFA2ACC7}" dt="2025-10-07T17:00:19.053" v="92"/>
          <ac:spMkLst>
            <pc:docMk/>
            <pc:sldMk cId="3004199887" sldId="277"/>
            <ac:spMk id="46" creationId="{D92E8A20-C7E5-410C-8629-67A1466260E3}"/>
          </ac:spMkLst>
        </pc:spChg>
        <pc:picChg chg="mod">
          <ac:chgData name="Upadhyaya, Pratheek Shankaranarayana" userId="d86132f3-b278-41c2-8c29-98b709d334a7" providerId="ADAL" clId="{DDAB53BA-B032-41C5-92E3-EDD9AFA2ACC7}" dt="2025-10-07T17:04:36.939" v="105" actId="1076"/>
          <ac:picMkLst>
            <pc:docMk/>
            <pc:sldMk cId="3004199887" sldId="277"/>
            <ac:picMk id="6" creationId="{05F13434-D116-D95F-00AF-D2CC0E8B6F53}"/>
          </ac:picMkLst>
        </pc:picChg>
        <pc:picChg chg="del mod">
          <ac:chgData name="Upadhyaya, Pratheek Shankaranarayana" userId="d86132f3-b278-41c2-8c29-98b709d334a7" providerId="ADAL" clId="{DDAB53BA-B032-41C5-92E3-EDD9AFA2ACC7}" dt="2025-10-07T17:04:28.220" v="103" actId="478"/>
          <ac:picMkLst>
            <pc:docMk/>
            <pc:sldMk cId="3004199887" sldId="277"/>
            <ac:picMk id="8" creationId="{8DDBD805-D430-FBE5-6278-B8D27DEE2592}"/>
          </ac:picMkLst>
        </pc:picChg>
      </pc:sldChg>
      <pc:sldMasterChg chg="del delSldLayout">
        <pc:chgData name="Upadhyaya, Pratheek Shankaranarayana" userId="d86132f3-b278-41c2-8c29-98b709d334a7" providerId="ADAL" clId="{DDAB53BA-B032-41C5-92E3-EDD9AFA2ACC7}" dt="2025-10-07T16:50:56.112" v="32" actId="47"/>
        <pc:sldMasterMkLst>
          <pc:docMk/>
          <pc:sldMasterMk cId="1504067353" sldId="2147483660"/>
        </pc:sldMasterMkLst>
        <pc:sldLayoutChg chg="del">
          <pc:chgData name="Upadhyaya, Pratheek Shankaranarayana" userId="d86132f3-b278-41c2-8c29-98b709d334a7" providerId="ADAL" clId="{DDAB53BA-B032-41C5-92E3-EDD9AFA2ACC7}" dt="2025-10-07T16:50:56.112" v="32" actId="47"/>
          <pc:sldLayoutMkLst>
            <pc:docMk/>
            <pc:sldMasterMk cId="1504067353" sldId="2147483660"/>
            <pc:sldLayoutMk cId="2847611622" sldId="2147483661"/>
          </pc:sldLayoutMkLst>
        </pc:sldLayoutChg>
        <pc:sldLayoutChg chg="del">
          <pc:chgData name="Upadhyaya, Pratheek Shankaranarayana" userId="d86132f3-b278-41c2-8c29-98b709d334a7" providerId="ADAL" clId="{DDAB53BA-B032-41C5-92E3-EDD9AFA2ACC7}" dt="2025-10-07T16:50:56.112" v="32" actId="47"/>
          <pc:sldLayoutMkLst>
            <pc:docMk/>
            <pc:sldMasterMk cId="1504067353" sldId="2147483660"/>
            <pc:sldLayoutMk cId="1048183510" sldId="2147483662"/>
          </pc:sldLayoutMkLst>
        </pc:sldLayoutChg>
        <pc:sldLayoutChg chg="del">
          <pc:chgData name="Upadhyaya, Pratheek Shankaranarayana" userId="d86132f3-b278-41c2-8c29-98b709d334a7" providerId="ADAL" clId="{DDAB53BA-B032-41C5-92E3-EDD9AFA2ACC7}" dt="2025-10-07T16:50:56.112" v="32" actId="47"/>
          <pc:sldLayoutMkLst>
            <pc:docMk/>
            <pc:sldMasterMk cId="1504067353" sldId="2147483660"/>
            <pc:sldLayoutMk cId="1549169011" sldId="2147483663"/>
          </pc:sldLayoutMkLst>
        </pc:sldLayoutChg>
        <pc:sldLayoutChg chg="del">
          <pc:chgData name="Upadhyaya, Pratheek Shankaranarayana" userId="d86132f3-b278-41c2-8c29-98b709d334a7" providerId="ADAL" clId="{DDAB53BA-B032-41C5-92E3-EDD9AFA2ACC7}" dt="2025-10-07T16:50:56.112" v="32" actId="47"/>
          <pc:sldLayoutMkLst>
            <pc:docMk/>
            <pc:sldMasterMk cId="1504067353" sldId="2147483660"/>
            <pc:sldLayoutMk cId="4290806474" sldId="2147483664"/>
          </pc:sldLayoutMkLst>
        </pc:sldLayoutChg>
        <pc:sldLayoutChg chg="del">
          <pc:chgData name="Upadhyaya, Pratheek Shankaranarayana" userId="d86132f3-b278-41c2-8c29-98b709d334a7" providerId="ADAL" clId="{DDAB53BA-B032-41C5-92E3-EDD9AFA2ACC7}" dt="2025-10-07T16:50:56.112" v="32" actId="47"/>
          <pc:sldLayoutMkLst>
            <pc:docMk/>
            <pc:sldMasterMk cId="1504067353" sldId="2147483660"/>
            <pc:sldLayoutMk cId="2332286242" sldId="2147483665"/>
          </pc:sldLayoutMkLst>
        </pc:sldLayoutChg>
        <pc:sldLayoutChg chg="del">
          <pc:chgData name="Upadhyaya, Pratheek Shankaranarayana" userId="d86132f3-b278-41c2-8c29-98b709d334a7" providerId="ADAL" clId="{DDAB53BA-B032-41C5-92E3-EDD9AFA2ACC7}" dt="2025-10-07T16:50:56.112" v="32" actId="47"/>
          <pc:sldLayoutMkLst>
            <pc:docMk/>
            <pc:sldMasterMk cId="1504067353" sldId="2147483660"/>
            <pc:sldLayoutMk cId="2640186315" sldId="2147483666"/>
          </pc:sldLayoutMkLst>
        </pc:sldLayoutChg>
        <pc:sldLayoutChg chg="del">
          <pc:chgData name="Upadhyaya, Pratheek Shankaranarayana" userId="d86132f3-b278-41c2-8c29-98b709d334a7" providerId="ADAL" clId="{DDAB53BA-B032-41C5-92E3-EDD9AFA2ACC7}" dt="2025-10-07T16:50:56.112" v="32" actId="47"/>
          <pc:sldLayoutMkLst>
            <pc:docMk/>
            <pc:sldMasterMk cId="1504067353" sldId="2147483660"/>
            <pc:sldLayoutMk cId="3830282697" sldId="2147483667"/>
          </pc:sldLayoutMkLst>
        </pc:sldLayoutChg>
        <pc:sldLayoutChg chg="del">
          <pc:chgData name="Upadhyaya, Pratheek Shankaranarayana" userId="d86132f3-b278-41c2-8c29-98b709d334a7" providerId="ADAL" clId="{DDAB53BA-B032-41C5-92E3-EDD9AFA2ACC7}" dt="2025-10-07T16:50:56.112" v="32" actId="47"/>
          <pc:sldLayoutMkLst>
            <pc:docMk/>
            <pc:sldMasterMk cId="1504067353" sldId="2147483660"/>
            <pc:sldLayoutMk cId="1258641041" sldId="2147483668"/>
          </pc:sldLayoutMkLst>
        </pc:sldLayoutChg>
        <pc:sldLayoutChg chg="del">
          <pc:chgData name="Upadhyaya, Pratheek Shankaranarayana" userId="d86132f3-b278-41c2-8c29-98b709d334a7" providerId="ADAL" clId="{DDAB53BA-B032-41C5-92E3-EDD9AFA2ACC7}" dt="2025-10-07T16:50:56.112" v="32" actId="47"/>
          <pc:sldLayoutMkLst>
            <pc:docMk/>
            <pc:sldMasterMk cId="1504067353" sldId="2147483660"/>
            <pc:sldLayoutMk cId="60726216" sldId="2147483669"/>
          </pc:sldLayoutMkLst>
        </pc:sldLayoutChg>
        <pc:sldLayoutChg chg="del">
          <pc:chgData name="Upadhyaya, Pratheek Shankaranarayana" userId="d86132f3-b278-41c2-8c29-98b709d334a7" providerId="ADAL" clId="{DDAB53BA-B032-41C5-92E3-EDD9AFA2ACC7}" dt="2025-10-07T16:50:56.112" v="32" actId="47"/>
          <pc:sldLayoutMkLst>
            <pc:docMk/>
            <pc:sldMasterMk cId="1504067353" sldId="2147483660"/>
            <pc:sldLayoutMk cId="3072568764" sldId="2147483670"/>
          </pc:sldLayoutMkLst>
        </pc:sldLayoutChg>
        <pc:sldLayoutChg chg="del">
          <pc:chgData name="Upadhyaya, Pratheek Shankaranarayana" userId="d86132f3-b278-41c2-8c29-98b709d334a7" providerId="ADAL" clId="{DDAB53BA-B032-41C5-92E3-EDD9AFA2ACC7}" dt="2025-10-07T16:50:56.112" v="32" actId="47"/>
          <pc:sldLayoutMkLst>
            <pc:docMk/>
            <pc:sldMasterMk cId="1504067353" sldId="2147483660"/>
            <pc:sldLayoutMk cId="2580246232" sldId="2147483671"/>
          </pc:sldLayoutMkLst>
        </pc:sldLayoutChg>
      </pc:sldMasterChg>
    </pc:docChg>
  </pc:docChgLst>
  <pc:docChgLst>
    <pc:chgData name="Upadhyaya, Pratheek Shankaranarayana" userId="d86132f3-b278-41c2-8c29-98b709d334a7" providerId="ADAL" clId="{42539C57-6514-4765-9EB3-3EC073085AD5}"/>
    <pc:docChg chg="undo custSel modSld">
      <pc:chgData name="Upadhyaya, Pratheek Shankaranarayana" userId="d86132f3-b278-41c2-8c29-98b709d334a7" providerId="ADAL" clId="{42539C57-6514-4765-9EB3-3EC073085AD5}" dt="2025-10-07T17:06:39.107" v="247" actId="14100"/>
      <pc:docMkLst>
        <pc:docMk/>
      </pc:docMkLst>
      <pc:sldChg chg="addSp delSp modSp mod">
        <pc:chgData name="Upadhyaya, Pratheek Shankaranarayana" userId="d86132f3-b278-41c2-8c29-98b709d334a7" providerId="ADAL" clId="{42539C57-6514-4765-9EB3-3EC073085AD5}" dt="2025-10-07T16:44:54.782" v="228" actId="1076"/>
        <pc:sldMkLst>
          <pc:docMk/>
          <pc:sldMk cId="1854532453" sldId="268"/>
        </pc:sldMkLst>
        <pc:spChg chg="add del mod">
          <ac:chgData name="Upadhyaya, Pratheek Shankaranarayana" userId="d86132f3-b278-41c2-8c29-98b709d334a7" providerId="ADAL" clId="{42539C57-6514-4765-9EB3-3EC073085AD5}" dt="2025-10-07T16:39:37.796" v="49" actId="478"/>
          <ac:spMkLst>
            <pc:docMk/>
            <pc:sldMk cId="1854532453" sldId="268"/>
            <ac:spMk id="6" creationId="{3139D638-08F0-B801-0C50-A86FAF026EF2}"/>
          </ac:spMkLst>
        </pc:spChg>
        <pc:spChg chg="add mod">
          <ac:chgData name="Upadhyaya, Pratheek Shankaranarayana" userId="d86132f3-b278-41c2-8c29-98b709d334a7" providerId="ADAL" clId="{42539C57-6514-4765-9EB3-3EC073085AD5}" dt="2025-10-07T16:44:39.433" v="199" actId="1037"/>
          <ac:spMkLst>
            <pc:docMk/>
            <pc:sldMk cId="1854532453" sldId="268"/>
            <ac:spMk id="7" creationId="{231B5B81-278B-FEDB-5E5B-E52326E0F527}"/>
          </ac:spMkLst>
        </pc:spChg>
        <pc:spChg chg="add mod">
          <ac:chgData name="Upadhyaya, Pratheek Shankaranarayana" userId="d86132f3-b278-41c2-8c29-98b709d334a7" providerId="ADAL" clId="{42539C57-6514-4765-9EB3-3EC073085AD5}" dt="2025-10-07T16:39:44.194" v="50"/>
          <ac:spMkLst>
            <pc:docMk/>
            <pc:sldMk cId="1854532453" sldId="268"/>
            <ac:spMk id="8" creationId="{48CCA6F4-80C8-E12C-E696-E8CD317F0DAE}"/>
          </ac:spMkLst>
        </pc:spChg>
        <pc:spChg chg="add mod">
          <ac:chgData name="Upadhyaya, Pratheek Shankaranarayana" userId="d86132f3-b278-41c2-8c29-98b709d334a7" providerId="ADAL" clId="{42539C57-6514-4765-9EB3-3EC073085AD5}" dt="2025-10-07T16:39:49.419" v="51"/>
          <ac:spMkLst>
            <pc:docMk/>
            <pc:sldMk cId="1854532453" sldId="268"/>
            <ac:spMk id="9" creationId="{EF4CEB91-4304-82F8-D7B1-B698F176E915}"/>
          </ac:spMkLst>
        </pc:spChg>
        <pc:spChg chg="add del mod">
          <ac:chgData name="Upadhyaya, Pratheek Shankaranarayana" userId="d86132f3-b278-41c2-8c29-98b709d334a7" providerId="ADAL" clId="{42539C57-6514-4765-9EB3-3EC073085AD5}" dt="2025-10-07T16:40:04.590" v="53" actId="478"/>
          <ac:spMkLst>
            <pc:docMk/>
            <pc:sldMk cId="1854532453" sldId="268"/>
            <ac:spMk id="10" creationId="{EB121693-E668-1292-8CF3-7B8B3ABBA41E}"/>
          </ac:spMkLst>
        </pc:spChg>
        <pc:spChg chg="add mod">
          <ac:chgData name="Upadhyaya, Pratheek Shankaranarayana" userId="d86132f3-b278-41c2-8c29-98b709d334a7" providerId="ADAL" clId="{42539C57-6514-4765-9EB3-3EC073085AD5}" dt="2025-10-07T16:43:28.574" v="170" actId="1076"/>
          <ac:spMkLst>
            <pc:docMk/>
            <pc:sldMk cId="1854532453" sldId="268"/>
            <ac:spMk id="11" creationId="{29D8AF49-E5FB-DED8-BE95-35C98303AA50}"/>
          </ac:spMkLst>
        </pc:spChg>
        <pc:spChg chg="add mod">
          <ac:chgData name="Upadhyaya, Pratheek Shankaranarayana" userId="d86132f3-b278-41c2-8c29-98b709d334a7" providerId="ADAL" clId="{42539C57-6514-4765-9EB3-3EC073085AD5}" dt="2025-10-07T16:34:34.599" v="5"/>
          <ac:spMkLst>
            <pc:docMk/>
            <pc:sldMk cId="1854532453" sldId="268"/>
            <ac:spMk id="18" creationId="{418BF7A6-20BB-129F-C74D-174C3796A3CF}"/>
          </ac:spMkLst>
        </pc:spChg>
        <pc:spChg chg="add mod">
          <ac:chgData name="Upadhyaya, Pratheek Shankaranarayana" userId="d86132f3-b278-41c2-8c29-98b709d334a7" providerId="ADAL" clId="{42539C57-6514-4765-9EB3-3EC073085AD5}" dt="2025-10-07T16:43:35.711" v="172" actId="1076"/>
          <ac:spMkLst>
            <pc:docMk/>
            <pc:sldMk cId="1854532453" sldId="268"/>
            <ac:spMk id="19" creationId="{32473233-556C-F575-4BC5-D0252DB00540}"/>
          </ac:spMkLst>
        </pc:spChg>
        <pc:picChg chg="add mod">
          <ac:chgData name="Upadhyaya, Pratheek Shankaranarayana" userId="d86132f3-b278-41c2-8c29-98b709d334a7" providerId="ADAL" clId="{42539C57-6514-4765-9EB3-3EC073085AD5}" dt="2025-10-07T16:43:32.378" v="171" actId="1076"/>
          <ac:picMkLst>
            <pc:docMk/>
            <pc:sldMk cId="1854532453" sldId="268"/>
            <ac:picMk id="5" creationId="{04894F2C-B8C3-9E72-DE26-379B2634C36F}"/>
          </ac:picMkLst>
        </pc:picChg>
        <pc:picChg chg="add mod">
          <ac:chgData name="Upadhyaya, Pratheek Shankaranarayana" userId="d86132f3-b278-41c2-8c29-98b709d334a7" providerId="ADAL" clId="{42539C57-6514-4765-9EB3-3EC073085AD5}" dt="2025-10-07T16:44:54.782" v="228" actId="1076"/>
          <ac:picMkLst>
            <pc:docMk/>
            <pc:sldMk cId="1854532453" sldId="268"/>
            <ac:picMk id="12" creationId="{0A0E1699-C08B-A3C3-E201-5111E4D58593}"/>
          </ac:picMkLst>
        </pc:picChg>
      </pc:sldChg>
      <pc:sldChg chg="addSp delSp modSp mod">
        <pc:chgData name="Upadhyaya, Pratheek Shankaranarayana" userId="d86132f3-b278-41c2-8c29-98b709d334a7" providerId="ADAL" clId="{42539C57-6514-4765-9EB3-3EC073085AD5}" dt="2025-10-07T16:47:58.213" v="238" actId="20577"/>
        <pc:sldMkLst>
          <pc:docMk/>
          <pc:sldMk cId="807749870" sldId="271"/>
        </pc:sldMkLst>
        <pc:spChg chg="mod">
          <ac:chgData name="Upadhyaya, Pratheek Shankaranarayana" userId="d86132f3-b278-41c2-8c29-98b709d334a7" providerId="ADAL" clId="{42539C57-6514-4765-9EB3-3EC073085AD5}" dt="2025-10-07T16:35:42.522" v="16" actId="26606"/>
          <ac:spMkLst>
            <pc:docMk/>
            <pc:sldMk cId="807749870" sldId="271"/>
            <ac:spMk id="2" creationId="{75F84F95-2462-9C37-47E7-2250ED61D3FC}"/>
          </ac:spMkLst>
        </pc:spChg>
        <pc:spChg chg="mod">
          <ac:chgData name="Upadhyaya, Pratheek Shankaranarayana" userId="d86132f3-b278-41c2-8c29-98b709d334a7" providerId="ADAL" clId="{42539C57-6514-4765-9EB3-3EC073085AD5}" dt="2025-10-07T16:47:58.213" v="238" actId="20577"/>
          <ac:spMkLst>
            <pc:docMk/>
            <pc:sldMk cId="807749870" sldId="271"/>
            <ac:spMk id="6" creationId="{8CD7DE99-1DE7-CC7C-C6D9-D8D38905FFB2}"/>
          </ac:spMkLst>
        </pc:spChg>
        <pc:spChg chg="add del">
          <ac:chgData name="Upadhyaya, Pratheek Shankaranarayana" userId="d86132f3-b278-41c2-8c29-98b709d334a7" providerId="ADAL" clId="{42539C57-6514-4765-9EB3-3EC073085AD5}" dt="2025-10-07T16:35:42.522" v="16" actId="26606"/>
          <ac:spMkLst>
            <pc:docMk/>
            <pc:sldMk cId="807749870" sldId="271"/>
            <ac:spMk id="8" creationId="{100EDD19-6802-4EC3-95CE-CFFAB042CFD6}"/>
          </ac:spMkLst>
        </pc:spChg>
        <pc:spChg chg="add del">
          <ac:chgData name="Upadhyaya, Pratheek Shankaranarayana" userId="d86132f3-b278-41c2-8c29-98b709d334a7" providerId="ADAL" clId="{42539C57-6514-4765-9EB3-3EC073085AD5}" dt="2025-10-07T16:35:42.522" v="16" actId="26606"/>
          <ac:spMkLst>
            <pc:docMk/>
            <pc:sldMk cId="807749870" sldId="271"/>
            <ac:spMk id="10" creationId="{DB17E863-922E-4C26-BD64-E8FD41D28661}"/>
          </ac:spMkLst>
        </pc:spChg>
        <pc:spChg chg="add del">
          <ac:chgData name="Upadhyaya, Pratheek Shankaranarayana" userId="d86132f3-b278-41c2-8c29-98b709d334a7" providerId="ADAL" clId="{42539C57-6514-4765-9EB3-3EC073085AD5}" dt="2025-10-07T16:35:42.522" v="16" actId="26606"/>
          <ac:spMkLst>
            <pc:docMk/>
            <pc:sldMk cId="807749870" sldId="271"/>
            <ac:spMk id="15" creationId="{743AA782-23D1-4521-8CAD-47662984AA08}"/>
          </ac:spMkLst>
        </pc:spChg>
        <pc:spChg chg="add del">
          <ac:chgData name="Upadhyaya, Pratheek Shankaranarayana" userId="d86132f3-b278-41c2-8c29-98b709d334a7" providerId="ADAL" clId="{42539C57-6514-4765-9EB3-3EC073085AD5}" dt="2025-10-07T16:35:42.522" v="16" actId="26606"/>
          <ac:spMkLst>
            <pc:docMk/>
            <pc:sldMk cId="807749870" sldId="271"/>
            <ac:spMk id="17" creationId="{71877DBC-BB60-40F0-AC93-2ACDBAAE60CE}"/>
          </ac:spMkLst>
        </pc:spChg>
        <pc:spChg chg="del">
          <ac:chgData name="Upadhyaya, Pratheek Shankaranarayana" userId="d86132f3-b278-41c2-8c29-98b709d334a7" providerId="ADAL" clId="{42539C57-6514-4765-9EB3-3EC073085AD5}" dt="2025-10-07T16:34:31.934" v="4" actId="21"/>
          <ac:spMkLst>
            <pc:docMk/>
            <pc:sldMk cId="807749870" sldId="271"/>
            <ac:spMk id="18" creationId="{418BF7A6-20BB-129F-C74D-174C3796A3CF}"/>
          </ac:spMkLst>
        </pc:spChg>
        <pc:spChg chg="add del">
          <ac:chgData name="Upadhyaya, Pratheek Shankaranarayana" userId="d86132f3-b278-41c2-8c29-98b709d334a7" providerId="ADAL" clId="{42539C57-6514-4765-9EB3-3EC073085AD5}" dt="2025-10-07T16:34:22.101" v="2" actId="21"/>
          <ac:spMkLst>
            <pc:docMk/>
            <pc:sldMk cId="807749870" sldId="271"/>
            <ac:spMk id="19" creationId="{32473233-556C-F575-4BC5-D0252DB00540}"/>
          </ac:spMkLst>
        </pc:spChg>
        <pc:picChg chg="add mod">
          <ac:chgData name="Upadhyaya, Pratheek Shankaranarayana" userId="d86132f3-b278-41c2-8c29-98b709d334a7" providerId="ADAL" clId="{42539C57-6514-4765-9EB3-3EC073085AD5}" dt="2025-10-07T16:36:40.945" v="26" actId="1076"/>
          <ac:picMkLst>
            <pc:docMk/>
            <pc:sldMk cId="807749870" sldId="271"/>
            <ac:picMk id="4" creationId="{4657EEA4-2ED7-63A9-40F5-E668E00E2FCA}"/>
          </ac:picMkLst>
        </pc:picChg>
      </pc:sldChg>
      <pc:sldChg chg="addSp delSp modSp mod">
        <pc:chgData name="Upadhyaya, Pratheek Shankaranarayana" userId="d86132f3-b278-41c2-8c29-98b709d334a7" providerId="ADAL" clId="{42539C57-6514-4765-9EB3-3EC073085AD5}" dt="2025-10-07T17:06:39.107" v="247" actId="14100"/>
        <pc:sldMkLst>
          <pc:docMk/>
          <pc:sldMk cId="3004199887" sldId="277"/>
        </pc:sldMkLst>
        <pc:picChg chg="add mod">
          <ac:chgData name="Upadhyaya, Pratheek Shankaranarayana" userId="d86132f3-b278-41c2-8c29-98b709d334a7" providerId="ADAL" clId="{42539C57-6514-4765-9EB3-3EC073085AD5}" dt="2025-10-07T17:06:30.466" v="246" actId="1076"/>
          <ac:picMkLst>
            <pc:docMk/>
            <pc:sldMk cId="3004199887" sldId="277"/>
            <ac:picMk id="3" creationId="{B48CA7EB-A986-8788-D5BB-12AEFF692D92}"/>
          </ac:picMkLst>
        </pc:picChg>
        <pc:picChg chg="add mod">
          <ac:chgData name="Upadhyaya, Pratheek Shankaranarayana" userId="d86132f3-b278-41c2-8c29-98b709d334a7" providerId="ADAL" clId="{42539C57-6514-4765-9EB3-3EC073085AD5}" dt="2025-10-07T17:06:39.107" v="247" actId="14100"/>
          <ac:picMkLst>
            <pc:docMk/>
            <pc:sldMk cId="3004199887" sldId="277"/>
            <ac:picMk id="5" creationId="{A1468282-D3DA-CC29-8D13-FC033959E7E1}"/>
          </ac:picMkLst>
        </pc:picChg>
        <pc:picChg chg="del">
          <ac:chgData name="Upadhyaya, Pratheek Shankaranarayana" userId="d86132f3-b278-41c2-8c29-98b709d334a7" providerId="ADAL" clId="{42539C57-6514-4765-9EB3-3EC073085AD5}" dt="2025-10-07T17:06:14.837" v="242" actId="478"/>
          <ac:picMkLst>
            <pc:docMk/>
            <pc:sldMk cId="3004199887" sldId="277"/>
            <ac:picMk id="6" creationId="{05F13434-D116-D95F-00AF-D2CC0E8B6F5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DD5A4-C9C5-1680-0C31-B0AB16C23E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90D373-9891-EA7B-FCC1-E8EEC814DD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D64EDC-B504-7FD6-2FE6-3CD433F305AD}"/>
              </a:ext>
            </a:extLst>
          </p:cNvPr>
          <p:cNvSpPr>
            <a:spLocks noGrp="1"/>
          </p:cNvSpPr>
          <p:nvPr>
            <p:ph type="dt" sz="half" idx="10"/>
          </p:nvPr>
        </p:nvSpPr>
        <p:spPr/>
        <p:txBody>
          <a:bodyPr/>
          <a:lstStyle/>
          <a:p>
            <a:fld id="{FC46965A-A440-458E-9037-C122E6F88FD3}" type="datetimeFigureOut">
              <a:rPr lang="en-US" smtClean="0"/>
              <a:t>10/7/2025</a:t>
            </a:fld>
            <a:endParaRPr lang="en-US"/>
          </a:p>
        </p:txBody>
      </p:sp>
      <p:sp>
        <p:nvSpPr>
          <p:cNvPr id="5" name="Footer Placeholder 4">
            <a:extLst>
              <a:ext uri="{FF2B5EF4-FFF2-40B4-BE49-F238E27FC236}">
                <a16:creationId xmlns:a16="http://schemas.microsoft.com/office/drawing/2014/main" id="{15E7FB78-905B-5327-8F71-48420D0F43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47771-DCF9-F097-AACF-86B613B1DDAD}"/>
              </a:ext>
            </a:extLst>
          </p:cNvPr>
          <p:cNvSpPr>
            <a:spLocks noGrp="1"/>
          </p:cNvSpPr>
          <p:nvPr>
            <p:ph type="sldNum" sz="quarter" idx="12"/>
          </p:nvPr>
        </p:nvSpPr>
        <p:spPr/>
        <p:txBody>
          <a:bodyPr/>
          <a:lstStyle/>
          <a:p>
            <a:fld id="{0D854C19-FC10-4566-B49A-1FD59726676D}" type="slidenum">
              <a:rPr lang="en-US" smtClean="0"/>
              <a:t>‹#›</a:t>
            </a:fld>
            <a:endParaRPr lang="en-US"/>
          </a:p>
        </p:txBody>
      </p:sp>
    </p:spTree>
    <p:extLst>
      <p:ext uri="{BB962C8B-B14F-4D97-AF65-F5344CB8AC3E}">
        <p14:creationId xmlns:p14="http://schemas.microsoft.com/office/powerpoint/2010/main" val="995355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BE3C2-E117-ABBB-6CAC-F110FC4042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5E8437-E095-F925-F3E4-FDE3E86C79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E88C8E-506B-C7DF-91DD-04A3E8554587}"/>
              </a:ext>
            </a:extLst>
          </p:cNvPr>
          <p:cNvSpPr>
            <a:spLocks noGrp="1"/>
          </p:cNvSpPr>
          <p:nvPr>
            <p:ph type="dt" sz="half" idx="10"/>
          </p:nvPr>
        </p:nvSpPr>
        <p:spPr/>
        <p:txBody>
          <a:bodyPr/>
          <a:lstStyle/>
          <a:p>
            <a:fld id="{FC46965A-A440-458E-9037-C122E6F88FD3}" type="datetimeFigureOut">
              <a:rPr lang="en-US" smtClean="0"/>
              <a:t>10/7/2025</a:t>
            </a:fld>
            <a:endParaRPr lang="en-US"/>
          </a:p>
        </p:txBody>
      </p:sp>
      <p:sp>
        <p:nvSpPr>
          <p:cNvPr id="5" name="Footer Placeholder 4">
            <a:extLst>
              <a:ext uri="{FF2B5EF4-FFF2-40B4-BE49-F238E27FC236}">
                <a16:creationId xmlns:a16="http://schemas.microsoft.com/office/drawing/2014/main" id="{D2151ABE-54DD-5846-F8C2-5C8C03B16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B5C48E-4428-9A4B-3109-81667D31DC65}"/>
              </a:ext>
            </a:extLst>
          </p:cNvPr>
          <p:cNvSpPr>
            <a:spLocks noGrp="1"/>
          </p:cNvSpPr>
          <p:nvPr>
            <p:ph type="sldNum" sz="quarter" idx="12"/>
          </p:nvPr>
        </p:nvSpPr>
        <p:spPr/>
        <p:txBody>
          <a:bodyPr/>
          <a:lstStyle/>
          <a:p>
            <a:fld id="{0D854C19-FC10-4566-B49A-1FD59726676D}" type="slidenum">
              <a:rPr lang="en-US" smtClean="0"/>
              <a:t>‹#›</a:t>
            </a:fld>
            <a:endParaRPr lang="en-US"/>
          </a:p>
        </p:txBody>
      </p:sp>
    </p:spTree>
    <p:extLst>
      <p:ext uri="{BB962C8B-B14F-4D97-AF65-F5344CB8AC3E}">
        <p14:creationId xmlns:p14="http://schemas.microsoft.com/office/powerpoint/2010/main" val="2787529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9CB3B-B193-D686-02AE-1965FC75F8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7CBC58-E578-5C86-1ED6-7232E02242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733002-BB7E-6988-D0FF-F4E8F2317449}"/>
              </a:ext>
            </a:extLst>
          </p:cNvPr>
          <p:cNvSpPr>
            <a:spLocks noGrp="1"/>
          </p:cNvSpPr>
          <p:nvPr>
            <p:ph type="dt" sz="half" idx="10"/>
          </p:nvPr>
        </p:nvSpPr>
        <p:spPr/>
        <p:txBody>
          <a:bodyPr/>
          <a:lstStyle/>
          <a:p>
            <a:fld id="{FC46965A-A440-458E-9037-C122E6F88FD3}" type="datetimeFigureOut">
              <a:rPr lang="en-US" smtClean="0"/>
              <a:t>10/7/2025</a:t>
            </a:fld>
            <a:endParaRPr lang="en-US"/>
          </a:p>
        </p:txBody>
      </p:sp>
      <p:sp>
        <p:nvSpPr>
          <p:cNvPr id="5" name="Footer Placeholder 4">
            <a:extLst>
              <a:ext uri="{FF2B5EF4-FFF2-40B4-BE49-F238E27FC236}">
                <a16:creationId xmlns:a16="http://schemas.microsoft.com/office/drawing/2014/main" id="{EDA8BFEF-6C50-345F-83C7-13B64AD85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71A9D-AB8A-AF0D-03CC-5A28AB5DD062}"/>
              </a:ext>
            </a:extLst>
          </p:cNvPr>
          <p:cNvSpPr>
            <a:spLocks noGrp="1"/>
          </p:cNvSpPr>
          <p:nvPr>
            <p:ph type="sldNum" sz="quarter" idx="12"/>
          </p:nvPr>
        </p:nvSpPr>
        <p:spPr/>
        <p:txBody>
          <a:bodyPr/>
          <a:lstStyle/>
          <a:p>
            <a:fld id="{0D854C19-FC10-4566-B49A-1FD59726676D}" type="slidenum">
              <a:rPr lang="en-US" smtClean="0"/>
              <a:t>‹#›</a:t>
            </a:fld>
            <a:endParaRPr lang="en-US"/>
          </a:p>
        </p:txBody>
      </p:sp>
    </p:spTree>
    <p:extLst>
      <p:ext uri="{BB962C8B-B14F-4D97-AF65-F5344CB8AC3E}">
        <p14:creationId xmlns:p14="http://schemas.microsoft.com/office/powerpoint/2010/main" val="2787848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313D6-FCEF-E4E8-5D49-C5CF7481F0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1AE02E-77EC-9A0F-8742-B445938834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6E3A80-147A-61DA-343B-FB4A628F2F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3D546A-116C-F836-4639-77684BF25833}"/>
              </a:ext>
            </a:extLst>
          </p:cNvPr>
          <p:cNvSpPr>
            <a:spLocks noGrp="1"/>
          </p:cNvSpPr>
          <p:nvPr>
            <p:ph type="dt" sz="half" idx="10"/>
          </p:nvPr>
        </p:nvSpPr>
        <p:spPr/>
        <p:txBody>
          <a:bodyPr/>
          <a:lstStyle/>
          <a:p>
            <a:fld id="{FC46965A-A440-458E-9037-C122E6F88FD3}" type="datetimeFigureOut">
              <a:rPr lang="en-US" smtClean="0"/>
              <a:t>10/7/2025</a:t>
            </a:fld>
            <a:endParaRPr lang="en-US"/>
          </a:p>
        </p:txBody>
      </p:sp>
      <p:sp>
        <p:nvSpPr>
          <p:cNvPr id="6" name="Footer Placeholder 5">
            <a:extLst>
              <a:ext uri="{FF2B5EF4-FFF2-40B4-BE49-F238E27FC236}">
                <a16:creationId xmlns:a16="http://schemas.microsoft.com/office/drawing/2014/main" id="{96DBD4B7-7213-F885-05BD-088E57AB6D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60B24C-E093-21B1-3485-82D531A0C2EB}"/>
              </a:ext>
            </a:extLst>
          </p:cNvPr>
          <p:cNvSpPr>
            <a:spLocks noGrp="1"/>
          </p:cNvSpPr>
          <p:nvPr>
            <p:ph type="sldNum" sz="quarter" idx="12"/>
          </p:nvPr>
        </p:nvSpPr>
        <p:spPr/>
        <p:txBody>
          <a:bodyPr/>
          <a:lstStyle/>
          <a:p>
            <a:fld id="{0D854C19-FC10-4566-B49A-1FD59726676D}" type="slidenum">
              <a:rPr lang="en-US" smtClean="0"/>
              <a:t>‹#›</a:t>
            </a:fld>
            <a:endParaRPr lang="en-US"/>
          </a:p>
        </p:txBody>
      </p:sp>
    </p:spTree>
    <p:extLst>
      <p:ext uri="{BB962C8B-B14F-4D97-AF65-F5344CB8AC3E}">
        <p14:creationId xmlns:p14="http://schemas.microsoft.com/office/powerpoint/2010/main" val="1358790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7F1F4-DFDE-B59C-05BB-0F3753AE2FF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4D8FB6-4600-53BE-12B2-505606615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B7A6DF-1BE1-9EE8-9D88-EA42D6E295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979E7F-5D62-A899-9A8E-2CF7C91B1E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C93721-6141-D451-97FF-A901071303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765302-FD55-44A9-931C-3287597F6014}"/>
              </a:ext>
            </a:extLst>
          </p:cNvPr>
          <p:cNvSpPr>
            <a:spLocks noGrp="1"/>
          </p:cNvSpPr>
          <p:nvPr>
            <p:ph type="dt" sz="half" idx="10"/>
          </p:nvPr>
        </p:nvSpPr>
        <p:spPr/>
        <p:txBody>
          <a:bodyPr/>
          <a:lstStyle/>
          <a:p>
            <a:fld id="{FC46965A-A440-458E-9037-C122E6F88FD3}" type="datetimeFigureOut">
              <a:rPr lang="en-US" smtClean="0"/>
              <a:t>10/7/2025</a:t>
            </a:fld>
            <a:endParaRPr lang="en-US"/>
          </a:p>
        </p:txBody>
      </p:sp>
      <p:sp>
        <p:nvSpPr>
          <p:cNvPr id="8" name="Footer Placeholder 7">
            <a:extLst>
              <a:ext uri="{FF2B5EF4-FFF2-40B4-BE49-F238E27FC236}">
                <a16:creationId xmlns:a16="http://schemas.microsoft.com/office/drawing/2014/main" id="{17A96552-1E1A-A4C1-0ABC-F88FC4EE1B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82C5D0-EDCD-12A5-1E0E-FCF050D91AB1}"/>
              </a:ext>
            </a:extLst>
          </p:cNvPr>
          <p:cNvSpPr>
            <a:spLocks noGrp="1"/>
          </p:cNvSpPr>
          <p:nvPr>
            <p:ph type="sldNum" sz="quarter" idx="12"/>
          </p:nvPr>
        </p:nvSpPr>
        <p:spPr/>
        <p:txBody>
          <a:bodyPr/>
          <a:lstStyle/>
          <a:p>
            <a:fld id="{0D854C19-FC10-4566-B49A-1FD59726676D}" type="slidenum">
              <a:rPr lang="en-US" smtClean="0"/>
              <a:t>‹#›</a:t>
            </a:fld>
            <a:endParaRPr lang="en-US"/>
          </a:p>
        </p:txBody>
      </p:sp>
    </p:spTree>
    <p:extLst>
      <p:ext uri="{BB962C8B-B14F-4D97-AF65-F5344CB8AC3E}">
        <p14:creationId xmlns:p14="http://schemas.microsoft.com/office/powerpoint/2010/main" val="3999743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B9B72-968D-4CBD-D1D4-CFE43BD235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B007CF-21C5-DD3C-B199-CA66FA64FDE6}"/>
              </a:ext>
            </a:extLst>
          </p:cNvPr>
          <p:cNvSpPr>
            <a:spLocks noGrp="1"/>
          </p:cNvSpPr>
          <p:nvPr>
            <p:ph type="dt" sz="half" idx="10"/>
          </p:nvPr>
        </p:nvSpPr>
        <p:spPr/>
        <p:txBody>
          <a:bodyPr/>
          <a:lstStyle/>
          <a:p>
            <a:fld id="{FC46965A-A440-458E-9037-C122E6F88FD3}" type="datetimeFigureOut">
              <a:rPr lang="en-US" smtClean="0"/>
              <a:t>10/7/2025</a:t>
            </a:fld>
            <a:endParaRPr lang="en-US"/>
          </a:p>
        </p:txBody>
      </p:sp>
      <p:sp>
        <p:nvSpPr>
          <p:cNvPr id="4" name="Footer Placeholder 3">
            <a:extLst>
              <a:ext uri="{FF2B5EF4-FFF2-40B4-BE49-F238E27FC236}">
                <a16:creationId xmlns:a16="http://schemas.microsoft.com/office/drawing/2014/main" id="{8850F989-D3C7-D1BF-6FC7-EE961BBF97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CE099F-690A-1D4A-85C7-4F4EB87A4A88}"/>
              </a:ext>
            </a:extLst>
          </p:cNvPr>
          <p:cNvSpPr>
            <a:spLocks noGrp="1"/>
          </p:cNvSpPr>
          <p:nvPr>
            <p:ph type="sldNum" sz="quarter" idx="12"/>
          </p:nvPr>
        </p:nvSpPr>
        <p:spPr/>
        <p:txBody>
          <a:bodyPr/>
          <a:lstStyle/>
          <a:p>
            <a:fld id="{0D854C19-FC10-4566-B49A-1FD59726676D}" type="slidenum">
              <a:rPr lang="en-US" smtClean="0"/>
              <a:t>‹#›</a:t>
            </a:fld>
            <a:endParaRPr lang="en-US"/>
          </a:p>
        </p:txBody>
      </p:sp>
    </p:spTree>
    <p:extLst>
      <p:ext uri="{BB962C8B-B14F-4D97-AF65-F5344CB8AC3E}">
        <p14:creationId xmlns:p14="http://schemas.microsoft.com/office/powerpoint/2010/main" val="96674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98A281-521A-1F28-BB14-DA4B1218BA65}"/>
              </a:ext>
            </a:extLst>
          </p:cNvPr>
          <p:cNvSpPr>
            <a:spLocks noGrp="1"/>
          </p:cNvSpPr>
          <p:nvPr>
            <p:ph type="dt" sz="half" idx="10"/>
          </p:nvPr>
        </p:nvSpPr>
        <p:spPr/>
        <p:txBody>
          <a:bodyPr/>
          <a:lstStyle/>
          <a:p>
            <a:fld id="{FC46965A-A440-458E-9037-C122E6F88FD3}" type="datetimeFigureOut">
              <a:rPr lang="en-US" smtClean="0"/>
              <a:t>10/7/2025</a:t>
            </a:fld>
            <a:endParaRPr lang="en-US"/>
          </a:p>
        </p:txBody>
      </p:sp>
      <p:sp>
        <p:nvSpPr>
          <p:cNvPr id="3" name="Footer Placeholder 2">
            <a:extLst>
              <a:ext uri="{FF2B5EF4-FFF2-40B4-BE49-F238E27FC236}">
                <a16:creationId xmlns:a16="http://schemas.microsoft.com/office/drawing/2014/main" id="{571929B1-15D2-CF2E-9D6B-60543F39C0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94102C-FD46-14DB-3051-096C96740F96}"/>
              </a:ext>
            </a:extLst>
          </p:cNvPr>
          <p:cNvSpPr>
            <a:spLocks noGrp="1"/>
          </p:cNvSpPr>
          <p:nvPr>
            <p:ph type="sldNum" sz="quarter" idx="12"/>
          </p:nvPr>
        </p:nvSpPr>
        <p:spPr/>
        <p:txBody>
          <a:bodyPr/>
          <a:lstStyle/>
          <a:p>
            <a:fld id="{0D854C19-FC10-4566-B49A-1FD59726676D}" type="slidenum">
              <a:rPr lang="en-US" smtClean="0"/>
              <a:t>‹#›</a:t>
            </a:fld>
            <a:endParaRPr lang="en-US"/>
          </a:p>
        </p:txBody>
      </p:sp>
    </p:spTree>
    <p:extLst>
      <p:ext uri="{BB962C8B-B14F-4D97-AF65-F5344CB8AC3E}">
        <p14:creationId xmlns:p14="http://schemas.microsoft.com/office/powerpoint/2010/main" val="1619741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22F52-7D82-ED5C-B1A4-33B04DC94A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62BBC9-2606-8A74-07B7-7FC169C704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7E2B4B-0A6D-EA9D-A074-883ACCBFAA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44D2A3-55E8-3A0F-D9D4-C533EA4CC715}"/>
              </a:ext>
            </a:extLst>
          </p:cNvPr>
          <p:cNvSpPr>
            <a:spLocks noGrp="1"/>
          </p:cNvSpPr>
          <p:nvPr>
            <p:ph type="dt" sz="half" idx="10"/>
          </p:nvPr>
        </p:nvSpPr>
        <p:spPr/>
        <p:txBody>
          <a:bodyPr/>
          <a:lstStyle/>
          <a:p>
            <a:fld id="{FC46965A-A440-458E-9037-C122E6F88FD3}" type="datetimeFigureOut">
              <a:rPr lang="en-US" smtClean="0"/>
              <a:t>10/7/2025</a:t>
            </a:fld>
            <a:endParaRPr lang="en-US"/>
          </a:p>
        </p:txBody>
      </p:sp>
      <p:sp>
        <p:nvSpPr>
          <p:cNvPr id="6" name="Footer Placeholder 5">
            <a:extLst>
              <a:ext uri="{FF2B5EF4-FFF2-40B4-BE49-F238E27FC236}">
                <a16:creationId xmlns:a16="http://schemas.microsoft.com/office/drawing/2014/main" id="{BD458300-4EE9-A18A-5A07-C7AB762739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14F38B-4BD5-E3D1-C95B-7652240A42C3}"/>
              </a:ext>
            </a:extLst>
          </p:cNvPr>
          <p:cNvSpPr>
            <a:spLocks noGrp="1"/>
          </p:cNvSpPr>
          <p:nvPr>
            <p:ph type="sldNum" sz="quarter" idx="12"/>
          </p:nvPr>
        </p:nvSpPr>
        <p:spPr/>
        <p:txBody>
          <a:bodyPr/>
          <a:lstStyle/>
          <a:p>
            <a:fld id="{0D854C19-FC10-4566-B49A-1FD59726676D}" type="slidenum">
              <a:rPr lang="en-US" smtClean="0"/>
              <a:t>‹#›</a:t>
            </a:fld>
            <a:endParaRPr lang="en-US"/>
          </a:p>
        </p:txBody>
      </p:sp>
    </p:spTree>
    <p:extLst>
      <p:ext uri="{BB962C8B-B14F-4D97-AF65-F5344CB8AC3E}">
        <p14:creationId xmlns:p14="http://schemas.microsoft.com/office/powerpoint/2010/main" val="109935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608FF-263C-3412-5B9E-8E13F61844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6A6072-7275-6495-9EBF-12805B3810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7A9752-E0C8-D228-85FB-DDFFFF73F1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E584A5-DAFE-5F83-237D-AF08EDF98953}"/>
              </a:ext>
            </a:extLst>
          </p:cNvPr>
          <p:cNvSpPr>
            <a:spLocks noGrp="1"/>
          </p:cNvSpPr>
          <p:nvPr>
            <p:ph type="dt" sz="half" idx="10"/>
          </p:nvPr>
        </p:nvSpPr>
        <p:spPr/>
        <p:txBody>
          <a:bodyPr/>
          <a:lstStyle/>
          <a:p>
            <a:fld id="{FC46965A-A440-458E-9037-C122E6F88FD3}" type="datetimeFigureOut">
              <a:rPr lang="en-US" smtClean="0"/>
              <a:t>10/7/2025</a:t>
            </a:fld>
            <a:endParaRPr lang="en-US"/>
          </a:p>
        </p:txBody>
      </p:sp>
      <p:sp>
        <p:nvSpPr>
          <p:cNvPr id="6" name="Footer Placeholder 5">
            <a:extLst>
              <a:ext uri="{FF2B5EF4-FFF2-40B4-BE49-F238E27FC236}">
                <a16:creationId xmlns:a16="http://schemas.microsoft.com/office/drawing/2014/main" id="{A1A11803-967E-9F6A-6DC5-C5401340B8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3EC5BC-343A-D7F1-B28A-4804EE0CCC9B}"/>
              </a:ext>
            </a:extLst>
          </p:cNvPr>
          <p:cNvSpPr>
            <a:spLocks noGrp="1"/>
          </p:cNvSpPr>
          <p:nvPr>
            <p:ph type="sldNum" sz="quarter" idx="12"/>
          </p:nvPr>
        </p:nvSpPr>
        <p:spPr/>
        <p:txBody>
          <a:bodyPr/>
          <a:lstStyle/>
          <a:p>
            <a:fld id="{0D854C19-FC10-4566-B49A-1FD59726676D}" type="slidenum">
              <a:rPr lang="en-US" smtClean="0"/>
              <a:t>‹#›</a:t>
            </a:fld>
            <a:endParaRPr lang="en-US"/>
          </a:p>
        </p:txBody>
      </p:sp>
    </p:spTree>
    <p:extLst>
      <p:ext uri="{BB962C8B-B14F-4D97-AF65-F5344CB8AC3E}">
        <p14:creationId xmlns:p14="http://schemas.microsoft.com/office/powerpoint/2010/main" val="2005342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79D83-3E25-0640-A1BE-15A499C66F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58B049-1684-2C44-8F13-DBCF869438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934AB-4BAC-8CCD-E386-7BEB36C5A03D}"/>
              </a:ext>
            </a:extLst>
          </p:cNvPr>
          <p:cNvSpPr>
            <a:spLocks noGrp="1"/>
          </p:cNvSpPr>
          <p:nvPr>
            <p:ph type="dt" sz="half" idx="10"/>
          </p:nvPr>
        </p:nvSpPr>
        <p:spPr/>
        <p:txBody>
          <a:bodyPr/>
          <a:lstStyle/>
          <a:p>
            <a:fld id="{FC46965A-A440-458E-9037-C122E6F88FD3}" type="datetimeFigureOut">
              <a:rPr lang="en-US" smtClean="0"/>
              <a:t>10/7/2025</a:t>
            </a:fld>
            <a:endParaRPr lang="en-US"/>
          </a:p>
        </p:txBody>
      </p:sp>
      <p:sp>
        <p:nvSpPr>
          <p:cNvPr id="5" name="Footer Placeholder 4">
            <a:extLst>
              <a:ext uri="{FF2B5EF4-FFF2-40B4-BE49-F238E27FC236}">
                <a16:creationId xmlns:a16="http://schemas.microsoft.com/office/drawing/2014/main" id="{0346046E-C609-EDB6-7289-6CA1C5E0DB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ED81DC-3CBB-D6C1-CA77-54D7E3AD697B}"/>
              </a:ext>
            </a:extLst>
          </p:cNvPr>
          <p:cNvSpPr>
            <a:spLocks noGrp="1"/>
          </p:cNvSpPr>
          <p:nvPr>
            <p:ph type="sldNum" sz="quarter" idx="12"/>
          </p:nvPr>
        </p:nvSpPr>
        <p:spPr/>
        <p:txBody>
          <a:bodyPr/>
          <a:lstStyle/>
          <a:p>
            <a:fld id="{0D854C19-FC10-4566-B49A-1FD59726676D}" type="slidenum">
              <a:rPr lang="en-US" smtClean="0"/>
              <a:t>‹#›</a:t>
            </a:fld>
            <a:endParaRPr lang="en-US"/>
          </a:p>
        </p:txBody>
      </p:sp>
    </p:spTree>
    <p:extLst>
      <p:ext uri="{BB962C8B-B14F-4D97-AF65-F5344CB8AC3E}">
        <p14:creationId xmlns:p14="http://schemas.microsoft.com/office/powerpoint/2010/main" val="1748865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40989F-3337-0102-48EA-F22C78C08C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D132DD-6AD5-271F-1C96-F77A81F8D1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638788-77AB-334A-9208-151850AAE9F3}"/>
              </a:ext>
            </a:extLst>
          </p:cNvPr>
          <p:cNvSpPr>
            <a:spLocks noGrp="1"/>
          </p:cNvSpPr>
          <p:nvPr>
            <p:ph type="dt" sz="half" idx="10"/>
          </p:nvPr>
        </p:nvSpPr>
        <p:spPr/>
        <p:txBody>
          <a:bodyPr/>
          <a:lstStyle/>
          <a:p>
            <a:fld id="{FC46965A-A440-458E-9037-C122E6F88FD3}" type="datetimeFigureOut">
              <a:rPr lang="en-US" smtClean="0"/>
              <a:t>10/7/2025</a:t>
            </a:fld>
            <a:endParaRPr lang="en-US"/>
          </a:p>
        </p:txBody>
      </p:sp>
      <p:sp>
        <p:nvSpPr>
          <p:cNvPr id="5" name="Footer Placeholder 4">
            <a:extLst>
              <a:ext uri="{FF2B5EF4-FFF2-40B4-BE49-F238E27FC236}">
                <a16:creationId xmlns:a16="http://schemas.microsoft.com/office/drawing/2014/main" id="{FB522882-C482-0DB8-56F5-07E6755258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905DF0-6461-6435-A67D-9C9ED58718EE}"/>
              </a:ext>
            </a:extLst>
          </p:cNvPr>
          <p:cNvSpPr>
            <a:spLocks noGrp="1"/>
          </p:cNvSpPr>
          <p:nvPr>
            <p:ph type="sldNum" sz="quarter" idx="12"/>
          </p:nvPr>
        </p:nvSpPr>
        <p:spPr/>
        <p:txBody>
          <a:bodyPr/>
          <a:lstStyle/>
          <a:p>
            <a:fld id="{0D854C19-FC10-4566-B49A-1FD59726676D}" type="slidenum">
              <a:rPr lang="en-US" smtClean="0"/>
              <a:t>‹#›</a:t>
            </a:fld>
            <a:endParaRPr lang="en-US"/>
          </a:p>
        </p:txBody>
      </p:sp>
    </p:spTree>
    <p:extLst>
      <p:ext uri="{BB962C8B-B14F-4D97-AF65-F5344CB8AC3E}">
        <p14:creationId xmlns:p14="http://schemas.microsoft.com/office/powerpoint/2010/main" val="1582252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555A44-2F25-6C42-F94D-5AA588B9AA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39B5EB-7AA1-B535-16C1-6EF6D351F3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B55034-F7AF-FC31-5D7C-94B95CA612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46965A-A440-458E-9037-C122E6F88FD3}" type="datetimeFigureOut">
              <a:rPr lang="en-US" smtClean="0"/>
              <a:t>10/7/2025</a:t>
            </a:fld>
            <a:endParaRPr lang="en-US"/>
          </a:p>
        </p:txBody>
      </p:sp>
      <p:sp>
        <p:nvSpPr>
          <p:cNvPr id="5" name="Footer Placeholder 4">
            <a:extLst>
              <a:ext uri="{FF2B5EF4-FFF2-40B4-BE49-F238E27FC236}">
                <a16:creationId xmlns:a16="http://schemas.microsoft.com/office/drawing/2014/main" id="{88B3928E-59B8-7B32-96CC-AF32A85666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E478A7F-3C0A-19FA-BB58-F2D7B4B720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854C19-FC10-4566-B49A-1FD59726676D}" type="slidenum">
              <a:rPr lang="en-US" smtClean="0"/>
              <a:t>‹#›</a:t>
            </a:fld>
            <a:endParaRPr lang="en-US"/>
          </a:p>
        </p:txBody>
      </p:sp>
    </p:spTree>
    <p:extLst>
      <p:ext uri="{BB962C8B-B14F-4D97-AF65-F5344CB8AC3E}">
        <p14:creationId xmlns:p14="http://schemas.microsoft.com/office/powerpoint/2010/main" val="1803799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itlab.eurecom.fr/oai/openairinterface5g/-/blob/develop/doc/NR_SA_Tutorial_OAI_CN5G.md?ref_type=head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lab.eurecom.fr/oai/openairinterface5g/-/tree/oran_jpn/openair2/E2AP?ref_type=heads"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E4CDF2-6DAF-26FC-8D06-60442CD02181}"/>
              </a:ext>
            </a:extLst>
          </p:cNvPr>
          <p:cNvSpPr>
            <a:spLocks noGrp="1"/>
          </p:cNvSpPr>
          <p:nvPr>
            <p:ph type="ctrTitle"/>
          </p:nvPr>
        </p:nvSpPr>
        <p:spPr>
          <a:xfrm>
            <a:off x="838200" y="451381"/>
            <a:ext cx="10512552" cy="4066540"/>
          </a:xfrm>
        </p:spPr>
        <p:txBody>
          <a:bodyPr anchor="b">
            <a:normAutofit/>
          </a:bodyPr>
          <a:lstStyle/>
          <a:p>
            <a:pPr algn="l"/>
            <a:r>
              <a:rPr lang="en-US" sz="6600">
                <a:latin typeface="Abadi" panose="020B0604020104020204" pitchFamily="34" charset="0"/>
              </a:rPr>
              <a:t>Open Air Interface &amp; </a:t>
            </a:r>
            <a:r>
              <a:rPr lang="en-US" sz="6600" err="1">
                <a:latin typeface="Abadi" panose="020B0604020104020204" pitchFamily="34" charset="0"/>
              </a:rPr>
              <a:t>FlexRIC</a:t>
            </a:r>
            <a:r>
              <a:rPr lang="en-US" sz="6600">
                <a:latin typeface="Abadi" panose="020B0604020104020204" pitchFamily="34" charset="0"/>
              </a:rPr>
              <a:t> </a:t>
            </a:r>
            <a:br>
              <a:rPr lang="en-US" sz="6600">
                <a:latin typeface="Abadi" panose="020B0604020104020204" pitchFamily="34" charset="0"/>
              </a:rPr>
            </a:br>
            <a:r>
              <a:rPr lang="en-US" sz="6600">
                <a:latin typeface="Abadi" panose="020B0604020104020204" pitchFamily="34" charset="0"/>
              </a:rPr>
              <a:t>Installation</a:t>
            </a:r>
          </a:p>
        </p:txBody>
      </p:sp>
      <p:sp>
        <p:nvSpPr>
          <p:cNvPr id="3" name="Subtitle 2">
            <a:extLst>
              <a:ext uri="{FF2B5EF4-FFF2-40B4-BE49-F238E27FC236}">
                <a16:creationId xmlns:a16="http://schemas.microsoft.com/office/drawing/2014/main" id="{E78EB853-3978-CF54-0C33-70C05CC983F1}"/>
              </a:ext>
            </a:extLst>
          </p:cNvPr>
          <p:cNvSpPr>
            <a:spLocks noGrp="1"/>
          </p:cNvSpPr>
          <p:nvPr>
            <p:ph type="subTitle" idx="1"/>
          </p:nvPr>
        </p:nvSpPr>
        <p:spPr>
          <a:xfrm>
            <a:off x="838199" y="4983276"/>
            <a:ext cx="10512552" cy="1126680"/>
          </a:xfrm>
        </p:spPr>
        <p:txBody>
          <a:bodyPr>
            <a:normAutofit/>
          </a:bodyPr>
          <a:lstStyle/>
          <a:p>
            <a:pPr algn="l"/>
            <a:r>
              <a:rPr lang="en-US">
                <a:latin typeface="Abadi" panose="020B0604020104020204" pitchFamily="34" charset="0"/>
              </a:rPr>
              <a:t>ECE 5984: 5G-Advanced, O-RAN &amp; 6G </a:t>
            </a:r>
          </a:p>
          <a:p>
            <a:pPr algn="l"/>
            <a:r>
              <a:rPr lang="en-US">
                <a:latin typeface="Abadi" panose="020B0604020104020204" pitchFamily="34" charset="0"/>
              </a:rPr>
              <a:t>Virginia Tech</a:t>
            </a:r>
          </a:p>
          <a:p>
            <a:pPr algn="l"/>
            <a:endParaRPr lang="en-US"/>
          </a:p>
          <a:p>
            <a:pPr algn="l"/>
            <a:endParaRPr lang="en-US"/>
          </a:p>
          <a:p>
            <a:pPr algn="l"/>
            <a:endParaRPr lang="en-US"/>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145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E47FEF0-CE57-6372-CC71-6076CA3569FD}"/>
              </a:ext>
            </a:extLst>
          </p:cNvPr>
          <p:cNvSpPr>
            <a:spLocks noGrp="1"/>
          </p:cNvSpPr>
          <p:nvPr>
            <p:ph type="title"/>
          </p:nvPr>
        </p:nvSpPr>
        <p:spPr>
          <a:xfrm>
            <a:off x="838200" y="365125"/>
            <a:ext cx="10515600" cy="1325563"/>
          </a:xfrm>
        </p:spPr>
        <p:txBody>
          <a:bodyPr>
            <a:normAutofit/>
          </a:bodyPr>
          <a:lstStyle/>
          <a:p>
            <a:r>
              <a:rPr lang="en-US" sz="5400">
                <a:latin typeface="Abadi" panose="020B0604020104020204" pitchFamily="34" charset="0"/>
              </a:rPr>
              <a:t>Helpful Commands</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6A7CD13D-BACE-E26F-CAB8-59BCE4C73DD1}"/>
              </a:ext>
            </a:extLst>
          </p:cNvPr>
          <p:cNvSpPr txBox="1">
            <a:spLocks/>
          </p:cNvSpPr>
          <p:nvPr/>
        </p:nvSpPr>
        <p:spPr>
          <a:xfrm>
            <a:off x="768096" y="1984248"/>
            <a:ext cx="10754868" cy="4490338"/>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900"/>
              </a:spcBef>
              <a:spcAft>
                <a:spcPts val="0"/>
              </a:spcAft>
              <a:buClr>
                <a:sysClr val="windowText" lastClr="000000">
                  <a:lumMod val="85000"/>
                  <a:lumOff val="15000"/>
                </a:sysClr>
              </a:buClr>
              <a:buSzTx/>
              <a:buFont typeface="Garamond" pitchFamily="18" charset="0"/>
              <a:buChar char="◦"/>
              <a:tabLst/>
              <a:defRPr/>
            </a:pPr>
            <a:r>
              <a:rPr kumimoji="0" lang="en-US" sz="1800" b="0" i="0" u="none" strike="noStrike" kern="1200" cap="none" spc="0" normalizeH="0" baseline="0" noProof="0">
                <a:ln>
                  <a:noFill/>
                </a:ln>
                <a:solidFill>
                  <a:sysClr val="windowText" lastClr="000000"/>
                </a:solidFill>
                <a:effectLst/>
                <a:uLnTx/>
                <a:uFillTx/>
                <a:latin typeface="Garamond" panose="02020404030301010803"/>
                <a:ea typeface="+mn-ea"/>
                <a:cs typeface="+mn-cs"/>
              </a:rPr>
              <a:t>Changing directory (cd)</a:t>
            </a:r>
          </a:p>
          <a:p>
            <a:pPr marL="457200" marR="0" lvl="1" indent="-182880" algn="l" defTabSz="914400" rtl="0" eaLnBrk="1" fontAlgn="auto" latinLnBrk="0" hangingPunct="1">
              <a:lnSpc>
                <a:spcPct val="100000"/>
              </a:lnSpc>
              <a:spcBef>
                <a:spcPts val="500"/>
              </a:spcBef>
              <a:spcAft>
                <a:spcPts val="0"/>
              </a:spcAft>
              <a:buClr>
                <a:sysClr val="windowText" lastClr="000000">
                  <a:lumMod val="85000"/>
                  <a:lumOff val="15000"/>
                </a:sysClr>
              </a:buClr>
              <a:buSzTx/>
              <a:buFont typeface="Garamond" pitchFamily="18" charset="0"/>
              <a:buChar char="◦"/>
              <a:tabLst/>
              <a:defRPr/>
            </a:pPr>
            <a:r>
              <a:rPr kumimoji="0" lang="en-US" sz="1600" b="0" i="0" u="none" strike="noStrike" kern="1200" cap="none" spc="0" normalizeH="0" baseline="0" noProof="0">
                <a:ln>
                  <a:noFill/>
                </a:ln>
                <a:solidFill>
                  <a:sysClr val="windowText" lastClr="000000"/>
                </a:solidFill>
                <a:effectLst/>
                <a:uLnTx/>
                <a:uFillTx/>
                <a:latin typeface="Garamond" panose="02020404030301010803"/>
                <a:ea typeface="+mn-ea"/>
                <a:cs typeface="+mn-cs"/>
              </a:rPr>
              <a:t>Enter a directory: </a:t>
            </a:r>
            <a:r>
              <a:rPr kumimoji="0" lang="en-US" sz="1600" b="0" i="0" u="none" strike="noStrike" kern="1200" cap="none" spc="-1" normalizeH="0" baseline="0" noProof="0">
                <a:ln>
                  <a:noFill/>
                </a:ln>
                <a:solidFill>
                  <a:srgbClr val="7030A0"/>
                </a:solidFill>
                <a:effectLst/>
                <a:uLnTx/>
                <a:uFillTx/>
                <a:latin typeface="Consolas"/>
                <a:ea typeface="+mn-ea"/>
                <a:cs typeface="Calibri"/>
              </a:rPr>
              <a:t>cd &lt;directory name/path&gt;</a:t>
            </a:r>
          </a:p>
          <a:p>
            <a:pPr marL="457200" marR="0" lvl="1" indent="-182880" algn="l" defTabSz="914400" rtl="0" eaLnBrk="1" fontAlgn="auto" latinLnBrk="0" hangingPunct="1">
              <a:lnSpc>
                <a:spcPct val="100000"/>
              </a:lnSpc>
              <a:spcBef>
                <a:spcPts val="500"/>
              </a:spcBef>
              <a:spcAft>
                <a:spcPts val="0"/>
              </a:spcAft>
              <a:buClr>
                <a:sysClr val="windowText" lastClr="000000">
                  <a:lumMod val="85000"/>
                  <a:lumOff val="15000"/>
                </a:sysClr>
              </a:buClr>
              <a:buSzTx/>
              <a:buFont typeface="Garamond" pitchFamily="18" charset="0"/>
              <a:buChar char="◦"/>
              <a:tabLst/>
              <a:defRPr/>
            </a:pPr>
            <a:r>
              <a:rPr kumimoji="0" lang="en-US" sz="1600" b="0" i="0" u="none" strike="noStrike" kern="1200" cap="none" spc="0" normalizeH="0" baseline="0" noProof="0">
                <a:ln>
                  <a:noFill/>
                </a:ln>
                <a:solidFill>
                  <a:sysClr val="windowText" lastClr="000000"/>
                </a:solidFill>
                <a:effectLst/>
                <a:uLnTx/>
                <a:uFillTx/>
                <a:latin typeface="Garamond" panose="02020404030301010803"/>
                <a:ea typeface="+mn-ea"/>
                <a:cs typeface="+mn-cs"/>
              </a:rPr>
              <a:t>Exit a directory: </a:t>
            </a:r>
            <a:r>
              <a:rPr kumimoji="0" lang="en-US" sz="1600" b="0" i="0" u="none" strike="noStrike" kern="1200" cap="none" spc="-1" normalizeH="0" baseline="0" noProof="0">
                <a:ln>
                  <a:noFill/>
                </a:ln>
                <a:solidFill>
                  <a:srgbClr val="7030A0"/>
                </a:solidFill>
                <a:effectLst/>
                <a:uLnTx/>
                <a:uFillTx/>
                <a:latin typeface="Consolas"/>
                <a:ea typeface="+mn-ea"/>
                <a:cs typeface="Calibri"/>
              </a:rPr>
              <a:t>cd ..</a:t>
            </a:r>
          </a:p>
          <a:p>
            <a:pPr marL="457200" marR="0" lvl="1" indent="-182880" algn="l" defTabSz="914400" rtl="0" eaLnBrk="1" fontAlgn="auto" latinLnBrk="0" hangingPunct="1">
              <a:lnSpc>
                <a:spcPct val="100000"/>
              </a:lnSpc>
              <a:spcBef>
                <a:spcPts val="500"/>
              </a:spcBef>
              <a:spcAft>
                <a:spcPts val="0"/>
              </a:spcAft>
              <a:buClr>
                <a:sysClr val="windowText" lastClr="000000">
                  <a:lumMod val="85000"/>
                  <a:lumOff val="15000"/>
                </a:sysClr>
              </a:buClr>
              <a:buSzTx/>
              <a:buFont typeface="Garamond" pitchFamily="18" charset="0"/>
              <a:buChar char="◦"/>
              <a:tabLst/>
              <a:defRPr/>
            </a:pPr>
            <a:r>
              <a:rPr kumimoji="0" lang="en-US" sz="1600" b="0" i="0" u="none" strike="noStrike" kern="1200" cap="none" spc="0" normalizeH="0" baseline="0" noProof="0">
                <a:ln>
                  <a:noFill/>
                </a:ln>
                <a:solidFill>
                  <a:sysClr val="windowText" lastClr="000000"/>
                </a:solidFill>
                <a:effectLst/>
                <a:uLnTx/>
                <a:uFillTx/>
                <a:latin typeface="Garamond" panose="02020404030301010803"/>
                <a:ea typeface="+mn-ea"/>
                <a:cs typeface="+mn-cs"/>
              </a:rPr>
              <a:t>Exit multiple directories: </a:t>
            </a:r>
            <a:r>
              <a:rPr kumimoji="0" lang="en-US" sz="1600" b="0" i="0" u="none" strike="noStrike" kern="1200" cap="none" spc="-1" normalizeH="0" baseline="0" noProof="0">
                <a:ln>
                  <a:noFill/>
                </a:ln>
                <a:solidFill>
                  <a:srgbClr val="7030A0"/>
                </a:solidFill>
                <a:effectLst/>
                <a:uLnTx/>
                <a:uFillTx/>
                <a:latin typeface="Consolas"/>
                <a:ea typeface="+mn-ea"/>
                <a:cs typeface="Calibri"/>
              </a:rPr>
              <a:t>cd ../../../..</a:t>
            </a:r>
          </a:p>
          <a:p>
            <a:pPr marL="182880" marR="0" lvl="0" indent="-182880" algn="l" defTabSz="914400" rtl="0" eaLnBrk="1" fontAlgn="auto" latinLnBrk="0" hangingPunct="1">
              <a:lnSpc>
                <a:spcPct val="100000"/>
              </a:lnSpc>
              <a:spcBef>
                <a:spcPts val="900"/>
              </a:spcBef>
              <a:spcAft>
                <a:spcPts val="0"/>
              </a:spcAft>
              <a:buClr>
                <a:sysClr val="windowText" lastClr="000000">
                  <a:lumMod val="85000"/>
                  <a:lumOff val="15000"/>
                </a:sysClr>
              </a:buClr>
              <a:buSzTx/>
              <a:buFont typeface="Garamond" pitchFamily="18" charset="0"/>
              <a:buChar char="◦"/>
              <a:tabLst/>
              <a:defRPr/>
            </a:pPr>
            <a:r>
              <a:rPr kumimoji="0" lang="en-US" sz="1800" b="0" i="0" u="none" strike="noStrike" kern="1200" cap="none" spc="0" normalizeH="0" baseline="0" noProof="0">
                <a:ln>
                  <a:noFill/>
                </a:ln>
                <a:solidFill>
                  <a:sysClr val="windowText" lastClr="000000"/>
                </a:solidFill>
                <a:effectLst/>
                <a:uLnTx/>
                <a:uFillTx/>
                <a:latin typeface="Garamond" panose="02020404030301010803"/>
                <a:ea typeface="+mn-ea"/>
                <a:cs typeface="+mn-cs"/>
              </a:rPr>
              <a:t>List all files in current directory: </a:t>
            </a:r>
            <a:r>
              <a:rPr kumimoji="0" lang="en-US" sz="1800" b="0" i="1" u="none" strike="noStrike" kern="1200" cap="none" spc="0" normalizeH="0" baseline="0" noProof="0">
                <a:ln>
                  <a:noFill/>
                </a:ln>
                <a:solidFill>
                  <a:sysClr val="windowText" lastClr="000000"/>
                </a:solidFill>
                <a:effectLst/>
                <a:uLnTx/>
                <a:uFillTx/>
                <a:latin typeface="Garamond" panose="02020404030301010803"/>
                <a:ea typeface="+mn-ea"/>
                <a:cs typeface="+mn-cs"/>
              </a:rPr>
              <a:t>ls</a:t>
            </a:r>
            <a:r>
              <a:rPr kumimoji="0" lang="en-US" sz="1800" b="0" i="0" u="none" strike="noStrike" kern="1200" cap="none" spc="0" normalizeH="0" baseline="0" noProof="0">
                <a:ln>
                  <a:noFill/>
                </a:ln>
                <a:solidFill>
                  <a:sysClr val="windowText" lastClr="000000"/>
                </a:solidFill>
                <a:effectLst/>
                <a:uLnTx/>
                <a:uFillTx/>
                <a:latin typeface="Garamond" panose="02020404030301010803"/>
                <a:ea typeface="+mn-ea"/>
                <a:cs typeface="+mn-cs"/>
              </a:rPr>
              <a:t> </a:t>
            </a:r>
          </a:p>
          <a:p>
            <a:pPr marL="182880" marR="0" lvl="0" indent="-182880" algn="l" defTabSz="914400" rtl="0" eaLnBrk="1" fontAlgn="auto" latinLnBrk="0" hangingPunct="1">
              <a:lnSpc>
                <a:spcPct val="100000"/>
              </a:lnSpc>
              <a:spcBef>
                <a:spcPts val="900"/>
              </a:spcBef>
              <a:spcAft>
                <a:spcPts val="0"/>
              </a:spcAft>
              <a:buClr>
                <a:sysClr val="windowText" lastClr="000000">
                  <a:lumMod val="85000"/>
                  <a:lumOff val="15000"/>
                </a:sysClr>
              </a:buClr>
              <a:buSzTx/>
              <a:buFont typeface="Garamond" pitchFamily="18" charset="0"/>
              <a:buChar char="◦"/>
              <a:tabLst/>
              <a:defRPr/>
            </a:pPr>
            <a:r>
              <a:rPr kumimoji="0" lang="en-US" sz="1800" b="0" i="0" u="none" strike="noStrike" kern="1200" cap="none" spc="0" normalizeH="0" baseline="0" noProof="0">
                <a:ln>
                  <a:noFill/>
                </a:ln>
                <a:solidFill>
                  <a:sysClr val="windowText" lastClr="000000"/>
                </a:solidFill>
                <a:effectLst/>
                <a:uLnTx/>
                <a:uFillTx/>
                <a:latin typeface="Garamond" panose="02020404030301010803"/>
                <a:ea typeface="+mn-ea"/>
                <a:cs typeface="+mn-cs"/>
              </a:rPr>
              <a:t>Open a file: </a:t>
            </a:r>
            <a:r>
              <a:rPr kumimoji="0" lang="en-US" sz="2400" b="0" i="0" u="none" strike="noStrike" kern="1200" cap="none" spc="-1" normalizeH="0" baseline="0" noProof="0">
                <a:ln>
                  <a:noFill/>
                </a:ln>
                <a:solidFill>
                  <a:srgbClr val="7030A0"/>
                </a:solidFill>
                <a:effectLst/>
                <a:uLnTx/>
                <a:uFillTx/>
                <a:latin typeface="Consolas"/>
                <a:ea typeface="+mn-ea"/>
                <a:cs typeface="Calibri"/>
              </a:rPr>
              <a:t>vim &lt;filename/path&gt;</a:t>
            </a:r>
          </a:p>
          <a:p>
            <a:pPr marL="457200" marR="0" lvl="1" indent="-182880" algn="l" defTabSz="914400" rtl="0" eaLnBrk="1" fontAlgn="auto" latinLnBrk="0" hangingPunct="1">
              <a:lnSpc>
                <a:spcPct val="100000"/>
              </a:lnSpc>
              <a:spcBef>
                <a:spcPts val="500"/>
              </a:spcBef>
              <a:spcAft>
                <a:spcPts val="0"/>
              </a:spcAft>
              <a:buClr>
                <a:sysClr val="windowText" lastClr="000000">
                  <a:lumMod val="85000"/>
                  <a:lumOff val="15000"/>
                </a:sysClr>
              </a:buClr>
              <a:buSzTx/>
              <a:buFont typeface="Garamond" pitchFamily="18" charset="0"/>
              <a:buChar char="◦"/>
              <a:tabLst/>
              <a:defRPr/>
            </a:pPr>
            <a:r>
              <a:rPr kumimoji="0" lang="en-US" sz="1600" b="0" i="0" u="none" strike="noStrike" kern="1200" cap="none" spc="0" normalizeH="0" baseline="0" noProof="0">
                <a:ln>
                  <a:noFill/>
                </a:ln>
                <a:solidFill>
                  <a:sysClr val="windowText" lastClr="000000"/>
                </a:solidFill>
                <a:effectLst/>
                <a:uLnTx/>
                <a:uFillTx/>
                <a:latin typeface="Garamond" panose="02020404030301010803"/>
                <a:ea typeface="+mn-ea"/>
                <a:cs typeface="+mn-cs"/>
              </a:rPr>
              <a:t>Edit a file: Press </a:t>
            </a:r>
            <a:r>
              <a:rPr kumimoji="0" lang="en-US" sz="1600" b="0" i="0" u="none" strike="noStrike" kern="1200" cap="none" spc="-1" normalizeH="0" baseline="0" noProof="0" err="1">
                <a:ln>
                  <a:noFill/>
                </a:ln>
                <a:solidFill>
                  <a:srgbClr val="7030A0"/>
                </a:solidFill>
                <a:effectLst/>
                <a:uLnTx/>
                <a:uFillTx/>
                <a:latin typeface="Consolas"/>
                <a:ea typeface="+mn-ea"/>
                <a:cs typeface="Calibri"/>
              </a:rPr>
              <a:t>i</a:t>
            </a:r>
            <a:endParaRPr kumimoji="0" lang="en-US" sz="1600" b="0" i="0" u="none" strike="noStrike" kern="1200" cap="none" spc="-1" normalizeH="0" baseline="0" noProof="0">
              <a:ln>
                <a:noFill/>
              </a:ln>
              <a:solidFill>
                <a:srgbClr val="7030A0"/>
              </a:solidFill>
              <a:effectLst/>
              <a:uLnTx/>
              <a:uFillTx/>
              <a:latin typeface="Consolas"/>
              <a:ea typeface="+mn-ea"/>
              <a:cs typeface="Calibri"/>
            </a:endParaRPr>
          </a:p>
          <a:p>
            <a:pPr marL="457200" marR="0" lvl="1" indent="-182880" algn="l" defTabSz="914400" rtl="0" eaLnBrk="1" fontAlgn="auto" latinLnBrk="0" hangingPunct="1">
              <a:lnSpc>
                <a:spcPct val="100000"/>
              </a:lnSpc>
              <a:spcBef>
                <a:spcPts val="500"/>
              </a:spcBef>
              <a:spcAft>
                <a:spcPts val="0"/>
              </a:spcAft>
              <a:buClr>
                <a:sysClr val="windowText" lastClr="000000">
                  <a:lumMod val="85000"/>
                  <a:lumOff val="15000"/>
                </a:sysClr>
              </a:buClr>
              <a:buSzTx/>
              <a:buFont typeface="Garamond" pitchFamily="18" charset="0"/>
              <a:buChar char="◦"/>
              <a:tabLst/>
              <a:defRPr/>
            </a:pPr>
            <a:r>
              <a:rPr kumimoji="0" lang="en-US" sz="1600" b="0" i="0" u="none" strike="noStrike" kern="1200" cap="none" spc="0" normalizeH="0" baseline="0" noProof="0">
                <a:ln>
                  <a:noFill/>
                </a:ln>
                <a:solidFill>
                  <a:sysClr val="windowText" lastClr="000000"/>
                </a:solidFill>
                <a:effectLst/>
                <a:uLnTx/>
                <a:uFillTx/>
                <a:latin typeface="Garamond" panose="02020404030301010803"/>
                <a:ea typeface="+mn-ea"/>
                <a:cs typeface="+mn-cs"/>
              </a:rPr>
              <a:t>Stop editing a file: </a:t>
            </a:r>
            <a:r>
              <a:rPr kumimoji="0" lang="en-US" sz="1600" b="0" i="0" u="none" strike="noStrike" kern="1200" cap="none" spc="-1" normalizeH="0" baseline="0" noProof="0">
                <a:ln>
                  <a:noFill/>
                </a:ln>
                <a:solidFill>
                  <a:srgbClr val="7030A0"/>
                </a:solidFill>
                <a:effectLst/>
                <a:uLnTx/>
                <a:uFillTx/>
                <a:latin typeface="Consolas"/>
                <a:ea typeface="+mn-ea"/>
                <a:cs typeface="Calibri"/>
              </a:rPr>
              <a:t>&lt;Esc&gt;</a:t>
            </a:r>
          </a:p>
          <a:p>
            <a:pPr marL="457200" marR="0" lvl="1" indent="-182880" algn="l" defTabSz="914400" rtl="0" eaLnBrk="1" fontAlgn="auto" latinLnBrk="0" hangingPunct="1">
              <a:lnSpc>
                <a:spcPct val="100000"/>
              </a:lnSpc>
              <a:spcBef>
                <a:spcPts val="500"/>
              </a:spcBef>
              <a:spcAft>
                <a:spcPts val="0"/>
              </a:spcAft>
              <a:buClr>
                <a:sysClr val="windowText" lastClr="000000">
                  <a:lumMod val="85000"/>
                  <a:lumOff val="15000"/>
                </a:sysClr>
              </a:buClr>
              <a:buSzTx/>
              <a:buFont typeface="Garamond" pitchFamily="18" charset="0"/>
              <a:buChar char="◦"/>
              <a:tabLst/>
              <a:defRPr/>
            </a:pPr>
            <a:r>
              <a:rPr kumimoji="0" lang="en-US" sz="1600" b="0" i="0" u="none" strike="noStrike" kern="1200" cap="none" spc="0" normalizeH="0" baseline="0" noProof="0">
                <a:ln>
                  <a:noFill/>
                </a:ln>
                <a:solidFill>
                  <a:sysClr val="windowText" lastClr="000000"/>
                </a:solidFill>
                <a:effectLst/>
                <a:uLnTx/>
                <a:uFillTx/>
                <a:latin typeface="Garamond" panose="02020404030301010803"/>
                <a:ea typeface="+mn-ea"/>
                <a:cs typeface="+mn-cs"/>
              </a:rPr>
              <a:t>Save a file: stop editing </a:t>
            </a:r>
            <a:r>
              <a:rPr kumimoji="0" lang="en-US" sz="1600" b="0" i="0" u="none" strike="noStrike" kern="1200" cap="none" spc="-1" normalizeH="0" baseline="0" noProof="0">
                <a:ln>
                  <a:noFill/>
                </a:ln>
                <a:solidFill>
                  <a:srgbClr val="7030A0"/>
                </a:solidFill>
                <a:effectLst/>
                <a:uLnTx/>
                <a:uFillTx/>
                <a:latin typeface="Consolas"/>
                <a:ea typeface="+mn-ea"/>
                <a:cs typeface="Calibri"/>
              </a:rPr>
              <a:t>&lt;Esc&gt;</a:t>
            </a:r>
            <a:r>
              <a:rPr kumimoji="0" lang="en-US" sz="1600" b="0" i="0" u="none" strike="noStrike" kern="1200" cap="none" spc="0" normalizeH="0" baseline="0" noProof="0">
                <a:ln>
                  <a:noFill/>
                </a:ln>
                <a:solidFill>
                  <a:sysClr val="windowText" lastClr="000000"/>
                </a:solidFill>
                <a:effectLst/>
                <a:uLnTx/>
                <a:uFillTx/>
                <a:latin typeface="Garamond" panose="02020404030301010803"/>
                <a:ea typeface="+mn-ea"/>
                <a:cs typeface="+mn-cs"/>
              </a:rPr>
              <a:t> and type </a:t>
            </a:r>
            <a:r>
              <a:rPr kumimoji="0" lang="en-US" sz="1600" b="0" i="0" u="none" strike="noStrike" kern="1200" cap="none" spc="-1" normalizeH="0" baseline="0" noProof="0">
                <a:ln>
                  <a:noFill/>
                </a:ln>
                <a:solidFill>
                  <a:srgbClr val="7030A0"/>
                </a:solidFill>
                <a:effectLst/>
                <a:uLnTx/>
                <a:uFillTx/>
                <a:latin typeface="Consolas"/>
                <a:ea typeface="+mn-ea"/>
                <a:cs typeface="Calibri"/>
              </a:rPr>
              <a:t>:w</a:t>
            </a:r>
          </a:p>
          <a:p>
            <a:pPr marL="457200" marR="0" lvl="1" indent="-182880" algn="l" defTabSz="914400" rtl="0" eaLnBrk="1" fontAlgn="auto" latinLnBrk="0" hangingPunct="1">
              <a:lnSpc>
                <a:spcPct val="100000"/>
              </a:lnSpc>
              <a:spcBef>
                <a:spcPts val="500"/>
              </a:spcBef>
              <a:spcAft>
                <a:spcPts val="0"/>
              </a:spcAft>
              <a:buClr>
                <a:sysClr val="windowText" lastClr="000000">
                  <a:lumMod val="85000"/>
                  <a:lumOff val="15000"/>
                </a:sysClr>
              </a:buClr>
              <a:buSzTx/>
              <a:buFont typeface="Garamond" pitchFamily="18" charset="0"/>
              <a:buChar char="◦"/>
              <a:tabLst/>
              <a:defRPr/>
            </a:pPr>
            <a:r>
              <a:rPr kumimoji="0" lang="en-US" sz="1600" b="0" i="0" u="none" strike="noStrike" kern="1200" cap="none" spc="0" normalizeH="0" baseline="0" noProof="0">
                <a:ln>
                  <a:noFill/>
                </a:ln>
                <a:solidFill>
                  <a:sysClr val="windowText" lastClr="000000"/>
                </a:solidFill>
                <a:effectLst/>
                <a:uLnTx/>
                <a:uFillTx/>
                <a:latin typeface="Garamond" panose="02020404030301010803"/>
                <a:ea typeface="+mn-ea"/>
                <a:cs typeface="+mn-cs"/>
              </a:rPr>
              <a:t>Exit a file: Stop editing </a:t>
            </a:r>
            <a:r>
              <a:rPr kumimoji="0" lang="en-US" sz="1600" b="0" i="0" u="none" strike="noStrike" kern="1200" cap="none" spc="-1" normalizeH="0" baseline="0" noProof="0">
                <a:ln>
                  <a:noFill/>
                </a:ln>
                <a:solidFill>
                  <a:srgbClr val="7030A0"/>
                </a:solidFill>
                <a:effectLst/>
                <a:uLnTx/>
                <a:uFillTx/>
                <a:latin typeface="Consolas"/>
                <a:ea typeface="+mn-ea"/>
                <a:cs typeface="Calibri"/>
              </a:rPr>
              <a:t>&lt;Esc&gt;</a:t>
            </a:r>
            <a:r>
              <a:rPr kumimoji="0" lang="en-US" sz="1600" b="0" i="0" u="none" strike="noStrike" kern="1200" cap="none" spc="0" normalizeH="0" baseline="0" noProof="0">
                <a:ln>
                  <a:noFill/>
                </a:ln>
                <a:solidFill>
                  <a:sysClr val="windowText" lastClr="000000"/>
                </a:solidFill>
                <a:effectLst/>
                <a:uLnTx/>
                <a:uFillTx/>
                <a:latin typeface="Garamond" panose="02020404030301010803"/>
                <a:ea typeface="+mn-ea"/>
                <a:cs typeface="+mn-cs"/>
              </a:rPr>
              <a:t> and type </a:t>
            </a:r>
            <a:r>
              <a:rPr kumimoji="0" lang="en-US" sz="1600" b="0" i="0" u="none" strike="noStrike" kern="1200" cap="none" spc="-1" normalizeH="0" baseline="0" noProof="0">
                <a:ln>
                  <a:noFill/>
                </a:ln>
                <a:solidFill>
                  <a:srgbClr val="7030A0"/>
                </a:solidFill>
                <a:effectLst/>
                <a:uLnTx/>
                <a:uFillTx/>
                <a:latin typeface="Consolas"/>
                <a:ea typeface="+mn-ea"/>
                <a:cs typeface="Calibri"/>
              </a:rPr>
              <a:t>:q</a:t>
            </a:r>
          </a:p>
          <a:p>
            <a:pPr marL="457200" marR="0" lvl="1" indent="-182880" algn="l" defTabSz="914400" rtl="0" eaLnBrk="1" fontAlgn="auto" latinLnBrk="0" hangingPunct="1">
              <a:lnSpc>
                <a:spcPct val="100000"/>
              </a:lnSpc>
              <a:spcBef>
                <a:spcPts val="500"/>
              </a:spcBef>
              <a:spcAft>
                <a:spcPts val="0"/>
              </a:spcAft>
              <a:buClr>
                <a:sysClr val="windowText" lastClr="000000">
                  <a:lumMod val="85000"/>
                  <a:lumOff val="15000"/>
                </a:sysClr>
              </a:buClr>
              <a:buSzTx/>
              <a:buFont typeface="Garamond" pitchFamily="18" charset="0"/>
              <a:buChar char="◦"/>
              <a:tabLst/>
              <a:defRPr/>
            </a:pPr>
            <a:r>
              <a:rPr kumimoji="0" lang="en-US" sz="1600" b="0" i="0" u="none" strike="noStrike" kern="1200" cap="none" spc="0" normalizeH="0" baseline="0" noProof="0">
                <a:ln>
                  <a:noFill/>
                </a:ln>
                <a:solidFill>
                  <a:sysClr val="windowText" lastClr="000000"/>
                </a:solidFill>
                <a:effectLst/>
                <a:uLnTx/>
                <a:uFillTx/>
                <a:latin typeface="Garamond" panose="02020404030301010803"/>
                <a:ea typeface="+mn-ea"/>
                <a:cs typeface="+mn-cs"/>
              </a:rPr>
              <a:t>Save and exit: Stop editing </a:t>
            </a:r>
            <a:r>
              <a:rPr kumimoji="0" lang="en-US" sz="1600" b="0" i="0" u="none" strike="noStrike" kern="1200" cap="none" spc="-1" normalizeH="0" baseline="0" noProof="0">
                <a:ln>
                  <a:noFill/>
                </a:ln>
                <a:solidFill>
                  <a:srgbClr val="7030A0"/>
                </a:solidFill>
                <a:effectLst/>
                <a:uLnTx/>
                <a:uFillTx/>
                <a:latin typeface="Consolas"/>
                <a:ea typeface="+mn-ea"/>
                <a:cs typeface="Calibri"/>
              </a:rPr>
              <a:t>&lt;Esc&gt;</a:t>
            </a:r>
            <a:r>
              <a:rPr kumimoji="0" lang="en-US" sz="1600" b="0" i="0" u="none" strike="noStrike" kern="1200" cap="none" spc="0" normalizeH="0" baseline="0" noProof="0">
                <a:ln>
                  <a:noFill/>
                </a:ln>
                <a:solidFill>
                  <a:sysClr val="windowText" lastClr="000000"/>
                </a:solidFill>
                <a:effectLst/>
                <a:uLnTx/>
                <a:uFillTx/>
                <a:latin typeface="Garamond" panose="02020404030301010803"/>
                <a:ea typeface="+mn-ea"/>
                <a:cs typeface="+mn-cs"/>
              </a:rPr>
              <a:t> and type </a:t>
            </a:r>
            <a:r>
              <a:rPr kumimoji="0" lang="en-US" sz="1600" b="0" i="0" u="none" strike="noStrike" kern="1200" cap="none" spc="-1" normalizeH="0" baseline="0" noProof="0">
                <a:ln>
                  <a:noFill/>
                </a:ln>
                <a:solidFill>
                  <a:srgbClr val="7030A0"/>
                </a:solidFill>
                <a:effectLst/>
                <a:uLnTx/>
                <a:uFillTx/>
                <a:latin typeface="Consolas"/>
                <a:ea typeface="+mn-ea"/>
                <a:cs typeface="Calibri"/>
              </a:rPr>
              <a:t>:</a:t>
            </a:r>
            <a:r>
              <a:rPr kumimoji="0" lang="en-US" sz="1600" b="0" i="0" u="none" strike="noStrike" kern="1200" cap="none" spc="-1" normalizeH="0" baseline="0" noProof="0" err="1">
                <a:ln>
                  <a:noFill/>
                </a:ln>
                <a:solidFill>
                  <a:srgbClr val="7030A0"/>
                </a:solidFill>
                <a:effectLst/>
                <a:uLnTx/>
                <a:uFillTx/>
                <a:latin typeface="Consolas"/>
                <a:ea typeface="+mn-ea"/>
                <a:cs typeface="Calibri"/>
              </a:rPr>
              <a:t>wq</a:t>
            </a:r>
            <a:endParaRPr kumimoji="0" lang="en-US" sz="1600" b="0" i="0" u="none" strike="noStrike" kern="1200" cap="none" spc="-1" normalizeH="0" baseline="0" noProof="0">
              <a:ln>
                <a:noFill/>
              </a:ln>
              <a:solidFill>
                <a:srgbClr val="7030A0"/>
              </a:solidFill>
              <a:effectLst/>
              <a:uLnTx/>
              <a:uFillTx/>
              <a:latin typeface="Consolas"/>
              <a:ea typeface="+mn-ea"/>
              <a:cs typeface="Calibri"/>
            </a:endParaRPr>
          </a:p>
          <a:p>
            <a:pPr marL="182880" marR="0" lvl="0" indent="-182880" algn="l" defTabSz="914400" rtl="0" eaLnBrk="1" fontAlgn="auto" latinLnBrk="0" hangingPunct="1">
              <a:lnSpc>
                <a:spcPct val="100000"/>
              </a:lnSpc>
              <a:spcBef>
                <a:spcPts val="900"/>
              </a:spcBef>
              <a:spcAft>
                <a:spcPts val="0"/>
              </a:spcAft>
              <a:buClr>
                <a:sysClr val="windowText" lastClr="000000">
                  <a:lumMod val="85000"/>
                  <a:lumOff val="15000"/>
                </a:sysClr>
              </a:buClr>
              <a:buSzTx/>
              <a:buFont typeface="Garamond" pitchFamily="18" charset="0"/>
              <a:buChar char="◦"/>
              <a:tabLst/>
              <a:defRPr/>
            </a:pPr>
            <a:endParaRPr kumimoji="0" lang="en-US" sz="1800" b="0" i="0" u="none" strike="noStrike" kern="1200" cap="none" spc="0" normalizeH="0" baseline="0" noProof="0">
              <a:ln>
                <a:noFill/>
              </a:ln>
              <a:solidFill>
                <a:sysClr val="windowText" lastClr="000000"/>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2819103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F84F95-2462-9C37-47E7-2250ED61D3FC}"/>
              </a:ext>
            </a:extLst>
          </p:cNvPr>
          <p:cNvSpPr>
            <a:spLocks noGrp="1"/>
          </p:cNvSpPr>
          <p:nvPr>
            <p:ph type="title"/>
          </p:nvPr>
        </p:nvSpPr>
        <p:spPr>
          <a:xfrm>
            <a:off x="838200" y="365125"/>
            <a:ext cx="10515600" cy="1325563"/>
          </a:xfrm>
        </p:spPr>
        <p:txBody>
          <a:bodyPr>
            <a:normAutofit/>
          </a:bodyPr>
          <a:lstStyle/>
          <a:p>
            <a:r>
              <a:rPr lang="en-US" sz="5400">
                <a:latin typeface="Abadi" panose="020B0604020104020204" pitchFamily="34" charset="0"/>
              </a:rPr>
              <a:t>Install Dependencies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4">
            <a:extLst>
              <a:ext uri="{FF2B5EF4-FFF2-40B4-BE49-F238E27FC236}">
                <a16:creationId xmlns:a16="http://schemas.microsoft.com/office/drawing/2014/main" id="{8CD7DE99-1DE7-CC7C-C6D9-D8D38905FFB2}"/>
              </a:ext>
            </a:extLst>
          </p:cNvPr>
          <p:cNvSpPr>
            <a:spLocks noGrp="1"/>
          </p:cNvSpPr>
          <p:nvPr>
            <p:ph idx="1"/>
          </p:nvPr>
        </p:nvSpPr>
        <p:spPr>
          <a:xfrm>
            <a:off x="576072" y="1773936"/>
            <a:ext cx="8046720" cy="1837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lnSpcReduction="10000"/>
          </a:bodyPr>
          <a:lstStyle/>
          <a:p>
            <a:pPr marL="0" indent="0">
              <a:buNone/>
            </a:pPr>
            <a:r>
              <a:rPr lang="nb-NO" sz="1200">
                <a:latin typeface="Cascadia Code" panose="020B0609020000020004" pitchFamily="49" charset="0"/>
                <a:ea typeface="Cascadia Code" panose="020B0609020000020004" pitchFamily="49" charset="0"/>
                <a:cs typeface="Cascadia Code" panose="020B0609020000020004" pitchFamily="49" charset="0"/>
              </a:rPr>
              <a:t>sudo apt-get update</a:t>
            </a:r>
          </a:p>
          <a:p>
            <a:pPr marL="0" indent="0">
              <a:buNone/>
            </a:pPr>
            <a:r>
              <a:rPr lang="nb-NO" sz="1200">
                <a:latin typeface="Cascadia Code" panose="020B0609020000020004" pitchFamily="49" charset="0"/>
                <a:ea typeface="Cascadia Code" panose="020B0609020000020004" pitchFamily="49" charset="0"/>
                <a:cs typeface="Cascadia Code" panose="020B0609020000020004" pitchFamily="49" charset="0"/>
              </a:rPr>
              <a:t>sudo apt-get install git net-tools unzip</a:t>
            </a:r>
          </a:p>
          <a:p>
            <a:pPr marL="0" indent="0">
              <a:buNone/>
            </a:pPr>
            <a:r>
              <a:rPr lang="en-US" sz="1200">
                <a:latin typeface="Cascadia Code" panose="020B0609020000020004" pitchFamily="49" charset="0"/>
                <a:ea typeface="Cascadia Code" panose="020B0609020000020004" pitchFamily="49" charset="0"/>
                <a:cs typeface="Cascadia Code" panose="020B0609020000020004" pitchFamily="49" charset="0"/>
              </a:rPr>
              <a:t>git clone https://gitlab.eurecom.fr/oai/openairinterface5g.git ~/openairinterface5g</a:t>
            </a:r>
          </a:p>
          <a:p>
            <a:pPr marL="0" indent="0">
              <a:buNone/>
            </a:pPr>
            <a:r>
              <a:rPr lang="nb-NO" sz="1200">
                <a:latin typeface="Cascadia Code" panose="020B0609020000020004" pitchFamily="49" charset="0"/>
                <a:ea typeface="Cascadia Code" panose="020B0609020000020004" pitchFamily="49" charset="0"/>
                <a:cs typeface="Cascadia Code" panose="020B0609020000020004" pitchFamily="49" charset="0"/>
              </a:rPr>
              <a:t>cd ~/openairinterface5g/cmake_targets</a:t>
            </a:r>
          </a:p>
          <a:p>
            <a:pPr marL="0" indent="0">
              <a:buNone/>
            </a:pPr>
            <a:r>
              <a:rPr lang="nb-NO" sz="1200">
                <a:latin typeface="Cascadia Code" panose="020B0609020000020004" pitchFamily="49" charset="0"/>
                <a:ea typeface="Cascadia Code" panose="020B0609020000020004" pitchFamily="49" charset="0"/>
                <a:cs typeface="Cascadia Code" panose="020B0609020000020004" pitchFamily="49" charset="0"/>
              </a:rPr>
              <a:t>./build_oai –I</a:t>
            </a:r>
          </a:p>
          <a:p>
            <a:pPr marL="0" indent="0">
              <a:buNone/>
            </a:pPr>
            <a:r>
              <a:rPr lang="nb-NO" sz="1200">
                <a:latin typeface="Cascadia Code" panose="020B0609020000020004" pitchFamily="49" charset="0"/>
                <a:ea typeface="Cascadia Code" panose="020B0609020000020004" pitchFamily="49" charset="0"/>
                <a:cs typeface="Cascadia Code" panose="020B0609020000020004" pitchFamily="49" charset="0"/>
              </a:rPr>
              <a:t>cd</a:t>
            </a:r>
          </a:p>
        </p:txBody>
      </p:sp>
      <p:pic>
        <p:nvPicPr>
          <p:cNvPr id="4" name="Picture 3">
            <a:extLst>
              <a:ext uri="{FF2B5EF4-FFF2-40B4-BE49-F238E27FC236}">
                <a16:creationId xmlns:a16="http://schemas.microsoft.com/office/drawing/2014/main" id="{4657EEA4-2ED7-63A9-40F5-E668E00E2FCA}"/>
              </a:ext>
            </a:extLst>
          </p:cNvPr>
          <p:cNvPicPr>
            <a:picLocks noChangeAspect="1"/>
          </p:cNvPicPr>
          <p:nvPr/>
        </p:nvPicPr>
        <p:blipFill>
          <a:blip r:embed="rId2"/>
          <a:stretch>
            <a:fillRect/>
          </a:stretch>
        </p:blipFill>
        <p:spPr>
          <a:xfrm>
            <a:off x="669036" y="3652914"/>
            <a:ext cx="6202819" cy="3205086"/>
          </a:xfrm>
          <a:prstGeom prst="rect">
            <a:avLst/>
          </a:prstGeom>
        </p:spPr>
      </p:pic>
    </p:spTree>
    <p:extLst>
      <p:ext uri="{BB962C8B-B14F-4D97-AF65-F5344CB8AC3E}">
        <p14:creationId xmlns:p14="http://schemas.microsoft.com/office/powerpoint/2010/main" val="807749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0AB17-EED0-655D-1382-29B833955937}"/>
              </a:ext>
            </a:extLst>
          </p:cNvPr>
          <p:cNvSpPr>
            <a:spLocks noGrp="1"/>
          </p:cNvSpPr>
          <p:nvPr>
            <p:ph type="title"/>
          </p:nvPr>
        </p:nvSpPr>
        <p:spPr>
          <a:xfrm>
            <a:off x="499872" y="25204"/>
            <a:ext cx="10515600" cy="1325563"/>
          </a:xfrm>
        </p:spPr>
        <p:txBody>
          <a:bodyPr/>
          <a:lstStyle/>
          <a:p>
            <a:r>
              <a:rPr lang="en-US">
                <a:latin typeface="Abadi" panose="020B0604020104020204" pitchFamily="34" charset="0"/>
              </a:rPr>
              <a:t>Install Dependencies (cont’d)</a:t>
            </a:r>
          </a:p>
        </p:txBody>
      </p:sp>
      <p:sp>
        <p:nvSpPr>
          <p:cNvPr id="19" name="Content Placeholder 4">
            <a:extLst>
              <a:ext uri="{FF2B5EF4-FFF2-40B4-BE49-F238E27FC236}">
                <a16:creationId xmlns:a16="http://schemas.microsoft.com/office/drawing/2014/main" id="{32473233-556C-F575-4BC5-D0252DB00540}"/>
              </a:ext>
            </a:extLst>
          </p:cNvPr>
          <p:cNvSpPr txBox="1">
            <a:spLocks/>
          </p:cNvSpPr>
          <p:nvPr/>
        </p:nvSpPr>
        <p:spPr>
          <a:xfrm>
            <a:off x="499872" y="1650930"/>
            <a:ext cx="10058400" cy="4214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lt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lt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9pPr>
          </a:lstStyle>
          <a:p>
            <a:pPr marL="0" indent="0">
              <a:buNone/>
            </a:pPr>
            <a:r>
              <a:rPr lang="es-ES" sz="1200" err="1">
                <a:latin typeface="Cascadia Code" panose="020B0609020000020004" pitchFamily="49" charset="0"/>
                <a:ea typeface="Cascadia Code" panose="020B0609020000020004" pitchFamily="49" charset="0"/>
                <a:cs typeface="Cascadia Code" panose="020B0609020000020004" pitchFamily="49" charset="0"/>
              </a:rPr>
              <a:t>gcc</a:t>
            </a:r>
            <a:r>
              <a:rPr lang="es-ES" sz="1200">
                <a:latin typeface="Cascadia Code" panose="020B0609020000020004" pitchFamily="49" charset="0"/>
                <a:ea typeface="Cascadia Code" panose="020B0609020000020004" pitchFamily="49" charset="0"/>
                <a:cs typeface="Cascadia Code" panose="020B0609020000020004" pitchFamily="49" charset="0"/>
              </a:rPr>
              <a:t> --</a:t>
            </a:r>
            <a:r>
              <a:rPr lang="es-ES" sz="1200" err="1">
                <a:latin typeface="Cascadia Code" panose="020B0609020000020004" pitchFamily="49" charset="0"/>
                <a:ea typeface="Cascadia Code" panose="020B0609020000020004" pitchFamily="49" charset="0"/>
                <a:cs typeface="Cascadia Code" panose="020B0609020000020004" pitchFamily="49" charset="0"/>
              </a:rPr>
              <a:t>version</a:t>
            </a:r>
            <a:endParaRPr lang="es-ES" sz="120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18" name="TextBox 17">
            <a:extLst>
              <a:ext uri="{FF2B5EF4-FFF2-40B4-BE49-F238E27FC236}">
                <a16:creationId xmlns:a16="http://schemas.microsoft.com/office/drawing/2014/main" id="{418BF7A6-20BB-129F-C74D-174C3796A3CF}"/>
              </a:ext>
            </a:extLst>
          </p:cNvPr>
          <p:cNvSpPr txBox="1"/>
          <p:nvPr/>
        </p:nvSpPr>
        <p:spPr>
          <a:xfrm>
            <a:off x="582167" y="1115915"/>
            <a:ext cx="609447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900"/>
              </a:spcBef>
              <a:spcAft>
                <a:spcPts val="0"/>
              </a:spcAft>
              <a:buClr>
                <a:prstClr val="black">
                  <a:lumMod val="85000"/>
                  <a:lumOff val="15000"/>
                </a:prstClr>
              </a:buClr>
              <a:buSzTx/>
              <a:buFont typeface="Garamond" pitchFamily="18" charset="0"/>
              <a:buNone/>
              <a:tabLst/>
              <a:defRPr/>
            </a:pPr>
            <a:r>
              <a:rPr kumimoji="0" lang="en-US" sz="2000" b="0" i="0" u="none" strike="noStrike" kern="1200" cap="none" spc="0" normalizeH="0" baseline="0" noProof="0">
                <a:ln>
                  <a:noFill/>
                </a:ln>
                <a:solidFill>
                  <a:prstClr val="black"/>
                </a:solidFill>
                <a:effectLst/>
                <a:uLnTx/>
                <a:uFillTx/>
                <a:latin typeface="Garamond" panose="02020404030301010803"/>
                <a:ea typeface="+mn-ea"/>
                <a:cs typeface="+mn-cs"/>
              </a:rPr>
              <a:t>Check GCC Version</a:t>
            </a:r>
          </a:p>
        </p:txBody>
      </p:sp>
      <p:pic>
        <p:nvPicPr>
          <p:cNvPr id="5" name="Picture 4">
            <a:extLst>
              <a:ext uri="{FF2B5EF4-FFF2-40B4-BE49-F238E27FC236}">
                <a16:creationId xmlns:a16="http://schemas.microsoft.com/office/drawing/2014/main" id="{04894F2C-B8C3-9E72-DE26-379B2634C36F}"/>
              </a:ext>
            </a:extLst>
          </p:cNvPr>
          <p:cNvPicPr>
            <a:picLocks noChangeAspect="1"/>
          </p:cNvPicPr>
          <p:nvPr/>
        </p:nvPicPr>
        <p:blipFill>
          <a:blip r:embed="rId2"/>
          <a:stretch>
            <a:fillRect/>
          </a:stretch>
        </p:blipFill>
        <p:spPr>
          <a:xfrm>
            <a:off x="499872" y="2252496"/>
            <a:ext cx="6988146" cy="1044030"/>
          </a:xfrm>
          <a:prstGeom prst="rect">
            <a:avLst/>
          </a:prstGeom>
        </p:spPr>
      </p:pic>
      <p:sp>
        <p:nvSpPr>
          <p:cNvPr id="7" name="Content Placeholder 4">
            <a:extLst>
              <a:ext uri="{FF2B5EF4-FFF2-40B4-BE49-F238E27FC236}">
                <a16:creationId xmlns:a16="http://schemas.microsoft.com/office/drawing/2014/main" id="{231B5B81-278B-FEDB-5E5B-E52326E0F527}"/>
              </a:ext>
            </a:extLst>
          </p:cNvPr>
          <p:cNvSpPr txBox="1">
            <a:spLocks/>
          </p:cNvSpPr>
          <p:nvPr/>
        </p:nvSpPr>
        <p:spPr>
          <a:xfrm>
            <a:off x="486004" y="4011477"/>
            <a:ext cx="6673748" cy="1422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lt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lt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lt1"/>
                </a:solidFill>
                <a:latin typeface="+mn-lt"/>
                <a:ea typeface="+mn-ea"/>
                <a:cs typeface="+mn-cs"/>
              </a:defRPr>
            </a:lvl9pPr>
          </a:lstStyle>
          <a:p>
            <a:pPr marL="0" indent="0">
              <a:buNone/>
            </a:pPr>
            <a:r>
              <a:rPr lang="es-ES" sz="1200" b="1">
                <a:solidFill>
                  <a:schemeClr val="accent2"/>
                </a:solidFill>
                <a:latin typeface="Cascadia Code" panose="020B0609020000020004" pitchFamily="49" charset="0"/>
                <a:ea typeface="Cascadia Code" panose="020B0609020000020004" pitchFamily="49" charset="0"/>
                <a:cs typeface="Cascadia Code" panose="020B0609020000020004" pitchFamily="49" charset="0"/>
              </a:rPr>
              <a:t>Run only if you see GCC 11</a:t>
            </a:r>
          </a:p>
          <a:p>
            <a:pPr marL="0" indent="0">
              <a:buNone/>
            </a:pPr>
            <a:r>
              <a:rPr lang="es-ES" sz="1200">
                <a:latin typeface="Cascadia Code" panose="020B0609020000020004" pitchFamily="49" charset="0"/>
                <a:ea typeface="Cascadia Code" panose="020B0609020000020004" pitchFamily="49" charset="0"/>
                <a:cs typeface="Cascadia Code" panose="020B0609020000020004" pitchFamily="49" charset="0"/>
              </a:rPr>
              <a:t>sudo </a:t>
            </a:r>
            <a:r>
              <a:rPr lang="es-ES" sz="1200" err="1">
                <a:latin typeface="Cascadia Code" panose="020B0609020000020004" pitchFamily="49" charset="0"/>
                <a:ea typeface="Cascadia Code" panose="020B0609020000020004" pitchFamily="49" charset="0"/>
                <a:cs typeface="Cascadia Code" panose="020B0609020000020004" pitchFamily="49" charset="0"/>
              </a:rPr>
              <a:t>apt</a:t>
            </a:r>
            <a:r>
              <a:rPr lang="es-ES" sz="1200">
                <a:latin typeface="Cascadia Code" panose="020B0609020000020004" pitchFamily="49" charset="0"/>
                <a:ea typeface="Cascadia Code" panose="020B0609020000020004" pitchFamily="49" charset="0"/>
                <a:cs typeface="Cascadia Code" panose="020B0609020000020004" pitchFamily="49" charset="0"/>
              </a:rPr>
              <a:t> -y </a:t>
            </a:r>
            <a:r>
              <a:rPr lang="es-ES" sz="1200" err="1">
                <a:latin typeface="Cascadia Code" panose="020B0609020000020004" pitchFamily="49" charset="0"/>
                <a:ea typeface="Cascadia Code" panose="020B0609020000020004" pitchFamily="49" charset="0"/>
                <a:cs typeface="Cascadia Code" panose="020B0609020000020004" pitchFamily="49" charset="0"/>
              </a:rPr>
              <a:t>install</a:t>
            </a:r>
            <a:r>
              <a:rPr lang="es-ES" sz="1200">
                <a:latin typeface="Cascadia Code" panose="020B0609020000020004" pitchFamily="49" charset="0"/>
                <a:ea typeface="Cascadia Code" panose="020B0609020000020004" pitchFamily="49" charset="0"/>
                <a:cs typeface="Cascadia Code" panose="020B0609020000020004" pitchFamily="49" charset="0"/>
              </a:rPr>
              <a:t> gcc-10 g++-10</a:t>
            </a:r>
          </a:p>
          <a:p>
            <a:pPr marL="0" indent="0">
              <a:buNone/>
            </a:pPr>
            <a:r>
              <a:rPr lang="es-ES" sz="1200">
                <a:latin typeface="Cascadia Code" panose="020B0609020000020004" pitchFamily="49" charset="0"/>
                <a:ea typeface="Cascadia Code" panose="020B0609020000020004" pitchFamily="49" charset="0"/>
                <a:cs typeface="Cascadia Code" panose="020B0609020000020004" pitchFamily="49" charset="0"/>
              </a:rPr>
              <a:t>sudo </a:t>
            </a:r>
            <a:r>
              <a:rPr lang="es-ES" sz="1200" err="1">
                <a:latin typeface="Cascadia Code" panose="020B0609020000020004" pitchFamily="49" charset="0"/>
                <a:ea typeface="Cascadia Code" panose="020B0609020000020004" pitchFamily="49" charset="0"/>
                <a:cs typeface="Cascadia Code" panose="020B0609020000020004" pitchFamily="49" charset="0"/>
              </a:rPr>
              <a:t>update</a:t>
            </a:r>
            <a:r>
              <a:rPr lang="es-ES" sz="1200">
                <a:latin typeface="Cascadia Code" panose="020B0609020000020004" pitchFamily="49" charset="0"/>
                <a:ea typeface="Cascadia Code" panose="020B0609020000020004" pitchFamily="49" charset="0"/>
                <a:cs typeface="Cascadia Code" panose="020B0609020000020004" pitchFamily="49" charset="0"/>
              </a:rPr>
              <a:t>-alternatives --</a:t>
            </a:r>
            <a:r>
              <a:rPr lang="es-ES" sz="1200" err="1">
                <a:latin typeface="Cascadia Code" panose="020B0609020000020004" pitchFamily="49" charset="0"/>
                <a:ea typeface="Cascadia Code" panose="020B0609020000020004" pitchFamily="49" charset="0"/>
                <a:cs typeface="Cascadia Code" panose="020B0609020000020004" pitchFamily="49" charset="0"/>
              </a:rPr>
              <a:t>install</a:t>
            </a:r>
            <a:r>
              <a:rPr lang="es-ES" sz="1200">
                <a:latin typeface="Cascadia Code" panose="020B0609020000020004" pitchFamily="49" charset="0"/>
                <a:ea typeface="Cascadia Code" panose="020B0609020000020004" pitchFamily="49" charset="0"/>
                <a:cs typeface="Cascadia Code" panose="020B0609020000020004" pitchFamily="49" charset="0"/>
              </a:rPr>
              <a:t> /</a:t>
            </a:r>
            <a:r>
              <a:rPr lang="es-ES" sz="1200" err="1">
                <a:latin typeface="Cascadia Code" panose="020B0609020000020004" pitchFamily="49" charset="0"/>
                <a:ea typeface="Cascadia Code" panose="020B0609020000020004" pitchFamily="49" charset="0"/>
                <a:cs typeface="Cascadia Code" panose="020B0609020000020004" pitchFamily="49" charset="0"/>
              </a:rPr>
              <a:t>usr</a:t>
            </a:r>
            <a:r>
              <a:rPr lang="es-ES" sz="1200">
                <a:latin typeface="Cascadia Code" panose="020B0609020000020004" pitchFamily="49" charset="0"/>
                <a:ea typeface="Cascadia Code" panose="020B0609020000020004" pitchFamily="49" charset="0"/>
                <a:cs typeface="Cascadia Code" panose="020B0609020000020004" pitchFamily="49" charset="0"/>
              </a:rPr>
              <a:t>/</a:t>
            </a:r>
            <a:r>
              <a:rPr lang="es-ES" sz="1200" err="1">
                <a:latin typeface="Cascadia Code" panose="020B0609020000020004" pitchFamily="49" charset="0"/>
                <a:ea typeface="Cascadia Code" panose="020B0609020000020004" pitchFamily="49" charset="0"/>
                <a:cs typeface="Cascadia Code" panose="020B0609020000020004" pitchFamily="49" charset="0"/>
              </a:rPr>
              <a:t>bin</a:t>
            </a:r>
            <a:r>
              <a:rPr lang="es-ES" sz="1200">
                <a:latin typeface="Cascadia Code" panose="020B0609020000020004" pitchFamily="49" charset="0"/>
                <a:ea typeface="Cascadia Code" panose="020B0609020000020004" pitchFamily="49" charset="0"/>
                <a:cs typeface="Cascadia Code" panose="020B0609020000020004" pitchFamily="49" charset="0"/>
              </a:rPr>
              <a:t>/</a:t>
            </a:r>
            <a:r>
              <a:rPr lang="es-ES" sz="1200" err="1">
                <a:latin typeface="Cascadia Code" panose="020B0609020000020004" pitchFamily="49" charset="0"/>
                <a:ea typeface="Cascadia Code" panose="020B0609020000020004" pitchFamily="49" charset="0"/>
                <a:cs typeface="Cascadia Code" panose="020B0609020000020004" pitchFamily="49" charset="0"/>
              </a:rPr>
              <a:t>gcc</a:t>
            </a:r>
            <a:r>
              <a:rPr lang="es-ES" sz="1200">
                <a:latin typeface="Cascadia Code" panose="020B0609020000020004" pitchFamily="49" charset="0"/>
                <a:ea typeface="Cascadia Code" panose="020B0609020000020004" pitchFamily="49" charset="0"/>
                <a:cs typeface="Cascadia Code" panose="020B0609020000020004" pitchFamily="49" charset="0"/>
              </a:rPr>
              <a:t> </a:t>
            </a:r>
            <a:r>
              <a:rPr lang="es-ES" sz="1200" err="1">
                <a:latin typeface="Cascadia Code" panose="020B0609020000020004" pitchFamily="49" charset="0"/>
                <a:ea typeface="Cascadia Code" panose="020B0609020000020004" pitchFamily="49" charset="0"/>
                <a:cs typeface="Cascadia Code" panose="020B0609020000020004" pitchFamily="49" charset="0"/>
              </a:rPr>
              <a:t>gcc</a:t>
            </a:r>
            <a:r>
              <a:rPr lang="es-ES" sz="1200">
                <a:latin typeface="Cascadia Code" panose="020B0609020000020004" pitchFamily="49" charset="0"/>
                <a:ea typeface="Cascadia Code" panose="020B0609020000020004" pitchFamily="49" charset="0"/>
                <a:cs typeface="Cascadia Code" panose="020B0609020000020004" pitchFamily="49" charset="0"/>
              </a:rPr>
              <a:t> /</a:t>
            </a:r>
            <a:r>
              <a:rPr lang="es-ES" sz="1200" err="1">
                <a:latin typeface="Cascadia Code" panose="020B0609020000020004" pitchFamily="49" charset="0"/>
                <a:ea typeface="Cascadia Code" panose="020B0609020000020004" pitchFamily="49" charset="0"/>
                <a:cs typeface="Cascadia Code" panose="020B0609020000020004" pitchFamily="49" charset="0"/>
              </a:rPr>
              <a:t>usr</a:t>
            </a:r>
            <a:r>
              <a:rPr lang="es-ES" sz="1200">
                <a:latin typeface="Cascadia Code" panose="020B0609020000020004" pitchFamily="49" charset="0"/>
                <a:ea typeface="Cascadia Code" panose="020B0609020000020004" pitchFamily="49" charset="0"/>
                <a:cs typeface="Cascadia Code" panose="020B0609020000020004" pitchFamily="49" charset="0"/>
              </a:rPr>
              <a:t>/</a:t>
            </a:r>
            <a:r>
              <a:rPr lang="es-ES" sz="1200" err="1">
                <a:latin typeface="Cascadia Code" panose="020B0609020000020004" pitchFamily="49" charset="0"/>
                <a:ea typeface="Cascadia Code" panose="020B0609020000020004" pitchFamily="49" charset="0"/>
                <a:cs typeface="Cascadia Code" panose="020B0609020000020004" pitchFamily="49" charset="0"/>
              </a:rPr>
              <a:t>bin</a:t>
            </a:r>
            <a:r>
              <a:rPr lang="es-ES" sz="1200">
                <a:latin typeface="Cascadia Code" panose="020B0609020000020004" pitchFamily="49" charset="0"/>
                <a:ea typeface="Cascadia Code" panose="020B0609020000020004" pitchFamily="49" charset="0"/>
                <a:cs typeface="Cascadia Code" panose="020B0609020000020004" pitchFamily="49" charset="0"/>
              </a:rPr>
              <a:t>/gcc-10 10</a:t>
            </a:r>
          </a:p>
          <a:p>
            <a:pPr marL="0" indent="0">
              <a:buNone/>
            </a:pPr>
            <a:r>
              <a:rPr lang="es-ES" sz="1200">
                <a:latin typeface="Cascadia Code" panose="020B0609020000020004" pitchFamily="49" charset="0"/>
                <a:ea typeface="Cascadia Code" panose="020B0609020000020004" pitchFamily="49" charset="0"/>
                <a:cs typeface="Cascadia Code" panose="020B0609020000020004" pitchFamily="49" charset="0"/>
              </a:rPr>
              <a:t>sudo </a:t>
            </a:r>
            <a:r>
              <a:rPr lang="es-ES" sz="1200" err="1">
                <a:latin typeface="Cascadia Code" panose="020B0609020000020004" pitchFamily="49" charset="0"/>
                <a:ea typeface="Cascadia Code" panose="020B0609020000020004" pitchFamily="49" charset="0"/>
                <a:cs typeface="Cascadia Code" panose="020B0609020000020004" pitchFamily="49" charset="0"/>
              </a:rPr>
              <a:t>update</a:t>
            </a:r>
            <a:r>
              <a:rPr lang="es-ES" sz="1200">
                <a:latin typeface="Cascadia Code" panose="020B0609020000020004" pitchFamily="49" charset="0"/>
                <a:ea typeface="Cascadia Code" panose="020B0609020000020004" pitchFamily="49" charset="0"/>
                <a:cs typeface="Cascadia Code" panose="020B0609020000020004" pitchFamily="49" charset="0"/>
              </a:rPr>
              <a:t>-alternatives --</a:t>
            </a:r>
            <a:r>
              <a:rPr lang="es-ES" sz="1200" err="1">
                <a:latin typeface="Cascadia Code" panose="020B0609020000020004" pitchFamily="49" charset="0"/>
                <a:ea typeface="Cascadia Code" panose="020B0609020000020004" pitchFamily="49" charset="0"/>
                <a:cs typeface="Cascadia Code" panose="020B0609020000020004" pitchFamily="49" charset="0"/>
              </a:rPr>
              <a:t>install</a:t>
            </a:r>
            <a:r>
              <a:rPr lang="es-ES" sz="1200">
                <a:latin typeface="Cascadia Code" panose="020B0609020000020004" pitchFamily="49" charset="0"/>
                <a:ea typeface="Cascadia Code" panose="020B0609020000020004" pitchFamily="49" charset="0"/>
                <a:cs typeface="Cascadia Code" panose="020B0609020000020004" pitchFamily="49" charset="0"/>
              </a:rPr>
              <a:t> /</a:t>
            </a:r>
            <a:r>
              <a:rPr lang="es-ES" sz="1200" err="1">
                <a:latin typeface="Cascadia Code" panose="020B0609020000020004" pitchFamily="49" charset="0"/>
                <a:ea typeface="Cascadia Code" panose="020B0609020000020004" pitchFamily="49" charset="0"/>
                <a:cs typeface="Cascadia Code" panose="020B0609020000020004" pitchFamily="49" charset="0"/>
              </a:rPr>
              <a:t>usr</a:t>
            </a:r>
            <a:r>
              <a:rPr lang="es-ES" sz="1200">
                <a:latin typeface="Cascadia Code" panose="020B0609020000020004" pitchFamily="49" charset="0"/>
                <a:ea typeface="Cascadia Code" panose="020B0609020000020004" pitchFamily="49" charset="0"/>
                <a:cs typeface="Cascadia Code" panose="020B0609020000020004" pitchFamily="49" charset="0"/>
              </a:rPr>
              <a:t>/</a:t>
            </a:r>
            <a:r>
              <a:rPr lang="es-ES" sz="1200" err="1">
                <a:latin typeface="Cascadia Code" panose="020B0609020000020004" pitchFamily="49" charset="0"/>
                <a:ea typeface="Cascadia Code" panose="020B0609020000020004" pitchFamily="49" charset="0"/>
                <a:cs typeface="Cascadia Code" panose="020B0609020000020004" pitchFamily="49" charset="0"/>
              </a:rPr>
              <a:t>bin</a:t>
            </a:r>
            <a:r>
              <a:rPr lang="es-ES" sz="1200">
                <a:latin typeface="Cascadia Code" panose="020B0609020000020004" pitchFamily="49" charset="0"/>
                <a:ea typeface="Cascadia Code" panose="020B0609020000020004" pitchFamily="49" charset="0"/>
                <a:cs typeface="Cascadia Code" panose="020B0609020000020004" pitchFamily="49" charset="0"/>
              </a:rPr>
              <a:t>/g++ g++ /</a:t>
            </a:r>
            <a:r>
              <a:rPr lang="es-ES" sz="1200" err="1">
                <a:latin typeface="Cascadia Code" panose="020B0609020000020004" pitchFamily="49" charset="0"/>
                <a:ea typeface="Cascadia Code" panose="020B0609020000020004" pitchFamily="49" charset="0"/>
                <a:cs typeface="Cascadia Code" panose="020B0609020000020004" pitchFamily="49" charset="0"/>
              </a:rPr>
              <a:t>usr</a:t>
            </a:r>
            <a:r>
              <a:rPr lang="es-ES" sz="1200">
                <a:latin typeface="Cascadia Code" panose="020B0609020000020004" pitchFamily="49" charset="0"/>
                <a:ea typeface="Cascadia Code" panose="020B0609020000020004" pitchFamily="49" charset="0"/>
                <a:cs typeface="Cascadia Code" panose="020B0609020000020004" pitchFamily="49" charset="0"/>
              </a:rPr>
              <a:t>/</a:t>
            </a:r>
            <a:r>
              <a:rPr lang="es-ES" sz="1200" err="1">
                <a:latin typeface="Cascadia Code" panose="020B0609020000020004" pitchFamily="49" charset="0"/>
                <a:ea typeface="Cascadia Code" panose="020B0609020000020004" pitchFamily="49" charset="0"/>
                <a:cs typeface="Cascadia Code" panose="020B0609020000020004" pitchFamily="49" charset="0"/>
              </a:rPr>
              <a:t>bin</a:t>
            </a:r>
            <a:r>
              <a:rPr lang="es-ES" sz="1200">
                <a:latin typeface="Cascadia Code" panose="020B0609020000020004" pitchFamily="49" charset="0"/>
                <a:ea typeface="Cascadia Code" panose="020B0609020000020004" pitchFamily="49" charset="0"/>
                <a:cs typeface="Cascadia Code" panose="020B0609020000020004" pitchFamily="49" charset="0"/>
              </a:rPr>
              <a:t>/g++-10 10</a:t>
            </a:r>
          </a:p>
        </p:txBody>
      </p:sp>
      <p:sp>
        <p:nvSpPr>
          <p:cNvPr id="11" name="TextBox 10">
            <a:extLst>
              <a:ext uri="{FF2B5EF4-FFF2-40B4-BE49-F238E27FC236}">
                <a16:creationId xmlns:a16="http://schemas.microsoft.com/office/drawing/2014/main" id="{29D8AF49-E5FB-DED8-BE95-35C98303AA50}"/>
              </a:ext>
            </a:extLst>
          </p:cNvPr>
          <p:cNvSpPr txBox="1"/>
          <p:nvPr/>
        </p:nvSpPr>
        <p:spPr>
          <a:xfrm>
            <a:off x="486004" y="3498738"/>
            <a:ext cx="708487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900"/>
              </a:spcBef>
              <a:spcAft>
                <a:spcPts val="0"/>
              </a:spcAft>
              <a:buClr>
                <a:prstClr val="black">
                  <a:lumMod val="85000"/>
                  <a:lumOff val="15000"/>
                </a:prstClr>
              </a:buClr>
              <a:buSzTx/>
              <a:buFont typeface="Garamond" pitchFamily="18" charset="0"/>
              <a:buNone/>
              <a:tabLst/>
              <a:defRPr/>
            </a:pPr>
            <a:r>
              <a:rPr kumimoji="0" lang="en-US" sz="1800" b="0" i="0" u="none" strike="noStrike" kern="1200" cap="none" spc="0" normalizeH="0" baseline="0" noProof="0">
                <a:ln>
                  <a:noFill/>
                </a:ln>
                <a:solidFill>
                  <a:prstClr val="black"/>
                </a:solidFill>
                <a:effectLst/>
                <a:uLnTx/>
                <a:uFillTx/>
                <a:latin typeface="Garamond" panose="02020404030301010803"/>
                <a:ea typeface="+mn-ea"/>
                <a:cs typeface="+mn-cs"/>
              </a:rPr>
              <a:t>You should see GCC 12/13. If you see GCC 11, it’s not compatible. </a:t>
            </a:r>
          </a:p>
        </p:txBody>
      </p:sp>
      <p:pic>
        <p:nvPicPr>
          <p:cNvPr id="12" name="Picture 11">
            <a:extLst>
              <a:ext uri="{FF2B5EF4-FFF2-40B4-BE49-F238E27FC236}">
                <a16:creationId xmlns:a16="http://schemas.microsoft.com/office/drawing/2014/main" id="{0A0E1699-C08B-A3C3-E201-5111E4D58593}"/>
              </a:ext>
            </a:extLst>
          </p:cNvPr>
          <p:cNvPicPr>
            <a:picLocks noChangeAspect="1"/>
          </p:cNvPicPr>
          <p:nvPr/>
        </p:nvPicPr>
        <p:blipFill>
          <a:blip r:embed="rId3"/>
          <a:stretch>
            <a:fillRect/>
          </a:stretch>
        </p:blipFill>
        <p:spPr>
          <a:xfrm>
            <a:off x="499872" y="5577656"/>
            <a:ext cx="8577240" cy="1191210"/>
          </a:xfrm>
          <a:prstGeom prst="rect">
            <a:avLst/>
          </a:prstGeom>
        </p:spPr>
      </p:pic>
    </p:spTree>
    <p:extLst>
      <p:ext uri="{BB962C8B-B14F-4D97-AF65-F5344CB8AC3E}">
        <p14:creationId xmlns:p14="http://schemas.microsoft.com/office/powerpoint/2010/main" val="1854532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D4F5-5174-7FE0-24C2-8F4DC96E2601}"/>
              </a:ext>
            </a:extLst>
          </p:cNvPr>
          <p:cNvSpPr>
            <a:spLocks noGrp="1"/>
          </p:cNvSpPr>
          <p:nvPr>
            <p:ph type="title"/>
          </p:nvPr>
        </p:nvSpPr>
        <p:spPr>
          <a:xfrm>
            <a:off x="342900" y="0"/>
            <a:ext cx="10058400" cy="1371600"/>
          </a:xfrm>
        </p:spPr>
        <p:txBody>
          <a:bodyPr/>
          <a:lstStyle/>
          <a:p>
            <a:r>
              <a:rPr lang="en-US">
                <a:latin typeface="Abadi" panose="020B0604020104020204" pitchFamily="34" charset="0"/>
              </a:rPr>
              <a:t>Install OAI CN 5G</a:t>
            </a:r>
          </a:p>
        </p:txBody>
      </p:sp>
      <p:sp>
        <p:nvSpPr>
          <p:cNvPr id="9" name="Content Placeholder 2">
            <a:extLst>
              <a:ext uri="{FF2B5EF4-FFF2-40B4-BE49-F238E27FC236}">
                <a16:creationId xmlns:a16="http://schemas.microsoft.com/office/drawing/2014/main" id="{677DC4D8-5BAB-1BA6-F502-770FF6106E25}"/>
              </a:ext>
            </a:extLst>
          </p:cNvPr>
          <p:cNvSpPr txBox="1">
            <a:spLocks/>
          </p:cNvSpPr>
          <p:nvPr/>
        </p:nvSpPr>
        <p:spPr>
          <a:xfrm>
            <a:off x="657878" y="1326743"/>
            <a:ext cx="9537682" cy="886106"/>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r>
              <a:rPr lang="en-US">
                <a:latin typeface="Abadi" panose="020B0604020104020204" pitchFamily="34" charset="0"/>
              </a:rPr>
              <a:t>Reference: </a:t>
            </a:r>
            <a:r>
              <a:rPr lang="en-US">
                <a:latin typeface="Abadi" panose="020B0604020104020204" pitchFamily="34" charset="0"/>
                <a:hlinkClick r:id="rId2"/>
              </a:rPr>
              <a:t>https://gitlab.eurecom.fr/oai/openairinterface5g/-/blob/develop/doc/NR_SA_Tutorial_OAI_CN5G.md?ref_type=heads</a:t>
            </a:r>
            <a:endParaRPr lang="en-US">
              <a:latin typeface="Abadi" panose="020B0604020104020204" pitchFamily="34" charset="0"/>
            </a:endParaRPr>
          </a:p>
          <a:p>
            <a:r>
              <a:rPr lang="en-US">
                <a:latin typeface="Abadi" panose="020B0604020104020204" pitchFamily="34" charset="0"/>
              </a:rPr>
              <a:t>Install Docker</a:t>
            </a:r>
          </a:p>
        </p:txBody>
      </p:sp>
      <p:sp>
        <p:nvSpPr>
          <p:cNvPr id="11" name="Rectangle: Rounded Corners 10">
            <a:extLst>
              <a:ext uri="{FF2B5EF4-FFF2-40B4-BE49-F238E27FC236}">
                <a16:creationId xmlns:a16="http://schemas.microsoft.com/office/drawing/2014/main" id="{73E3ED93-3417-0842-B020-54F043760641}"/>
              </a:ext>
            </a:extLst>
          </p:cNvPr>
          <p:cNvSpPr/>
          <p:nvPr/>
        </p:nvSpPr>
        <p:spPr>
          <a:xfrm>
            <a:off x="544068" y="2325510"/>
            <a:ext cx="10058400" cy="37628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b-NO" sz="1200">
                <a:latin typeface="Cascadia Code" panose="020B0609020000020004" pitchFamily="49" charset="0"/>
                <a:ea typeface="Cascadia Code" panose="020B0609020000020004" pitchFamily="49" charset="0"/>
                <a:cs typeface="Cascadia Code" panose="020B0609020000020004" pitchFamily="49" charset="0"/>
              </a:rPr>
              <a:t>sudo apt update</a:t>
            </a:r>
          </a:p>
          <a:p>
            <a:endParaRPr lang="nb-NO" sz="1200">
              <a:latin typeface="Cascadia Code" panose="020B0609020000020004" pitchFamily="49" charset="0"/>
              <a:ea typeface="Cascadia Code" panose="020B0609020000020004" pitchFamily="49" charset="0"/>
              <a:cs typeface="Cascadia Code" panose="020B0609020000020004" pitchFamily="49" charset="0"/>
            </a:endParaRPr>
          </a:p>
          <a:p>
            <a:r>
              <a:rPr lang="nb-NO" sz="1200">
                <a:latin typeface="Cascadia Code" panose="020B0609020000020004" pitchFamily="49" charset="0"/>
                <a:ea typeface="Cascadia Code" panose="020B0609020000020004" pitchFamily="49" charset="0"/>
                <a:cs typeface="Cascadia Code" panose="020B0609020000020004" pitchFamily="49" charset="0"/>
              </a:rPr>
              <a:t>sudo install -m 0755 -d /etc/apt/keyrings</a:t>
            </a:r>
          </a:p>
          <a:p>
            <a:endParaRPr lang="nb-NO" sz="1200">
              <a:latin typeface="Cascadia Code" panose="020B0609020000020004" pitchFamily="49" charset="0"/>
              <a:ea typeface="Cascadia Code" panose="020B0609020000020004" pitchFamily="49" charset="0"/>
              <a:cs typeface="Cascadia Code" panose="020B0609020000020004" pitchFamily="49" charset="0"/>
            </a:endParaRPr>
          </a:p>
          <a:p>
            <a:r>
              <a:rPr lang="nb-NO" sz="1200">
                <a:latin typeface="Cascadia Code" panose="020B0609020000020004" pitchFamily="49" charset="0"/>
                <a:ea typeface="Cascadia Code" panose="020B0609020000020004" pitchFamily="49" charset="0"/>
                <a:cs typeface="Cascadia Code" panose="020B0609020000020004" pitchFamily="49" charset="0"/>
              </a:rPr>
              <a:t>curl -fsSL https://download.docker.com/linux/ubuntu/gpg -o /etc/apt/keyrings/docker.asc</a:t>
            </a:r>
          </a:p>
          <a:p>
            <a:endParaRPr lang="nb-NO" sz="1200">
              <a:latin typeface="Cascadia Code" panose="020B0609020000020004" pitchFamily="49" charset="0"/>
              <a:ea typeface="Cascadia Code" panose="020B0609020000020004" pitchFamily="49" charset="0"/>
              <a:cs typeface="Cascadia Code" panose="020B0609020000020004" pitchFamily="49" charset="0"/>
            </a:endParaRPr>
          </a:p>
          <a:p>
            <a:r>
              <a:rPr lang="nb-NO" sz="1200">
                <a:latin typeface="Cascadia Code" panose="020B0609020000020004" pitchFamily="49" charset="0"/>
                <a:ea typeface="Cascadia Code" panose="020B0609020000020004" pitchFamily="49" charset="0"/>
                <a:cs typeface="Cascadia Code" panose="020B0609020000020004" pitchFamily="49" charset="0"/>
              </a:rPr>
              <a:t>sudo chmod a+r /etc/apt/keyrings/docker.asc</a:t>
            </a:r>
          </a:p>
          <a:p>
            <a:endParaRPr lang="nb-NO" sz="1200">
              <a:latin typeface="Cascadia Code" panose="020B0609020000020004" pitchFamily="49" charset="0"/>
              <a:ea typeface="Cascadia Code" panose="020B0609020000020004" pitchFamily="49" charset="0"/>
              <a:cs typeface="Cascadia Code" panose="020B0609020000020004" pitchFamily="49" charset="0"/>
            </a:endParaRPr>
          </a:p>
          <a:p>
            <a:r>
              <a:rPr lang="nb-NO" sz="1200">
                <a:latin typeface="Cascadia Code" panose="020B0609020000020004" pitchFamily="49" charset="0"/>
                <a:ea typeface="Cascadia Code" panose="020B0609020000020004" pitchFamily="49" charset="0"/>
                <a:cs typeface="Cascadia Code" panose="020B0609020000020004" pitchFamily="49" charset="0"/>
              </a:rPr>
              <a:t>echo "deb [arch="$(dpkg --print-architecture)" signed-by=/etc/apt/keyrings/docker.asc] https://download.docker.com/linux/ubuntu "$(. /etc/os-release &amp;&amp; echo "$VERSION_CODENAME")" stable" | sudo tee /etc/apt/sources.list.d/docker.list &gt; /dev/null</a:t>
            </a:r>
          </a:p>
          <a:p>
            <a:endParaRPr lang="nb-NO" sz="1200">
              <a:latin typeface="Cascadia Code" panose="020B0609020000020004" pitchFamily="49" charset="0"/>
              <a:ea typeface="Cascadia Code" panose="020B0609020000020004" pitchFamily="49" charset="0"/>
              <a:cs typeface="Cascadia Code" panose="020B0609020000020004" pitchFamily="49" charset="0"/>
            </a:endParaRPr>
          </a:p>
          <a:p>
            <a:r>
              <a:rPr lang="nb-NO" sz="1200">
                <a:latin typeface="Cascadia Code" panose="020B0609020000020004" pitchFamily="49" charset="0"/>
                <a:ea typeface="Cascadia Code" panose="020B0609020000020004" pitchFamily="49" charset="0"/>
                <a:cs typeface="Cascadia Code" panose="020B0609020000020004" pitchFamily="49" charset="0"/>
              </a:rPr>
              <a:t>sudo apt update</a:t>
            </a:r>
          </a:p>
          <a:p>
            <a:endParaRPr lang="nb-NO" sz="1200">
              <a:latin typeface="Cascadia Code" panose="020B0609020000020004" pitchFamily="49" charset="0"/>
              <a:ea typeface="Cascadia Code" panose="020B0609020000020004" pitchFamily="49" charset="0"/>
              <a:cs typeface="Cascadia Code" panose="020B0609020000020004" pitchFamily="49" charset="0"/>
            </a:endParaRPr>
          </a:p>
          <a:p>
            <a:r>
              <a:rPr lang="nb-NO" sz="1200">
                <a:latin typeface="Cascadia Code" panose="020B0609020000020004" pitchFamily="49" charset="0"/>
                <a:ea typeface="Cascadia Code" panose="020B0609020000020004" pitchFamily="49" charset="0"/>
                <a:cs typeface="Cascadia Code" panose="020B0609020000020004" pitchFamily="49" charset="0"/>
              </a:rPr>
              <a:t>sudo apt install -y docker-ce docker-ce-cli containerd.io docker-buildx-plugin docker-compose-plugin</a:t>
            </a:r>
          </a:p>
          <a:p>
            <a:endParaRPr lang="nb-NO" sz="1200">
              <a:latin typeface="Cascadia Code" panose="020B0609020000020004" pitchFamily="49" charset="0"/>
              <a:ea typeface="Cascadia Code" panose="020B0609020000020004" pitchFamily="49" charset="0"/>
              <a:cs typeface="Cascadia Code" panose="020B0609020000020004" pitchFamily="49" charset="0"/>
            </a:endParaRPr>
          </a:p>
          <a:p>
            <a:r>
              <a:rPr lang="en-US" sz="1200" err="1">
                <a:latin typeface="Cascadia Code" panose="020B0609020000020004" pitchFamily="49" charset="0"/>
                <a:ea typeface="Cascadia Code" panose="020B0609020000020004" pitchFamily="49" charset="0"/>
                <a:cs typeface="Cascadia Code" panose="020B0609020000020004" pitchFamily="49" charset="0"/>
              </a:rPr>
              <a:t>sudo</a:t>
            </a:r>
            <a:r>
              <a:rPr lang="en-US" sz="1200">
                <a:latin typeface="Cascadia Code" panose="020B0609020000020004" pitchFamily="49" charset="0"/>
                <a:ea typeface="Cascadia Code" panose="020B0609020000020004" pitchFamily="49" charset="0"/>
                <a:cs typeface="Cascadia Code" panose="020B0609020000020004" pitchFamily="49" charset="0"/>
              </a:rPr>
              <a:t> </a:t>
            </a:r>
            <a:r>
              <a:rPr lang="en-US" sz="1200" err="1">
                <a:latin typeface="Cascadia Code" panose="020B0609020000020004" pitchFamily="49" charset="0"/>
                <a:ea typeface="Cascadia Code" panose="020B0609020000020004" pitchFamily="49" charset="0"/>
                <a:cs typeface="Cascadia Code" panose="020B0609020000020004" pitchFamily="49" charset="0"/>
              </a:rPr>
              <a:t>usermod</a:t>
            </a:r>
            <a:r>
              <a:rPr lang="en-US" sz="1200">
                <a:latin typeface="Cascadia Code" panose="020B0609020000020004" pitchFamily="49" charset="0"/>
                <a:ea typeface="Cascadia Code" panose="020B0609020000020004" pitchFamily="49" charset="0"/>
                <a:cs typeface="Cascadia Code" panose="020B0609020000020004" pitchFamily="49" charset="0"/>
              </a:rPr>
              <a:t> -a -G docker $(</a:t>
            </a:r>
            <a:r>
              <a:rPr lang="en-US" sz="1200" err="1">
                <a:latin typeface="Cascadia Code" panose="020B0609020000020004" pitchFamily="49" charset="0"/>
                <a:ea typeface="Cascadia Code" panose="020B0609020000020004" pitchFamily="49" charset="0"/>
                <a:cs typeface="Cascadia Code" panose="020B0609020000020004" pitchFamily="49" charset="0"/>
              </a:rPr>
              <a:t>whoami</a:t>
            </a:r>
            <a:r>
              <a:rPr lang="en-US" sz="1200">
                <a:latin typeface="Cascadia Code" panose="020B0609020000020004" pitchFamily="49" charset="0"/>
                <a:ea typeface="Cascadia Code" panose="020B0609020000020004" pitchFamily="49" charset="0"/>
                <a:cs typeface="Cascadia Code" panose="020B0609020000020004" pitchFamily="49" charset="0"/>
              </a:rPr>
              <a:t>)</a:t>
            </a:r>
          </a:p>
          <a:p>
            <a:endParaRPr lang="en-US" sz="1200">
              <a:latin typeface="Cascadia Code" panose="020B0609020000020004" pitchFamily="49" charset="0"/>
              <a:ea typeface="Cascadia Code" panose="020B0609020000020004" pitchFamily="49" charset="0"/>
              <a:cs typeface="Cascadia Code" panose="020B0609020000020004" pitchFamily="49" charset="0"/>
            </a:endParaRPr>
          </a:p>
          <a:p>
            <a:r>
              <a:rPr lang="en-US" sz="1200" err="1">
                <a:latin typeface="Cascadia Code" panose="020B0609020000020004" pitchFamily="49" charset="0"/>
                <a:ea typeface="Cascadia Code" panose="020B0609020000020004" pitchFamily="49" charset="0"/>
                <a:cs typeface="Cascadia Code" panose="020B0609020000020004" pitchFamily="49" charset="0"/>
              </a:rPr>
              <a:t>sudo</a:t>
            </a:r>
            <a:r>
              <a:rPr lang="en-US" sz="1200">
                <a:latin typeface="Cascadia Code" panose="020B0609020000020004" pitchFamily="49" charset="0"/>
                <a:ea typeface="Cascadia Code" panose="020B0609020000020004" pitchFamily="49" charset="0"/>
                <a:cs typeface="Cascadia Code" panose="020B0609020000020004" pitchFamily="49" charset="0"/>
              </a:rPr>
              <a:t> reboot</a:t>
            </a:r>
            <a:endParaRPr lang="nb-NO" sz="120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3" name="TextBox 2">
            <a:extLst>
              <a:ext uri="{FF2B5EF4-FFF2-40B4-BE49-F238E27FC236}">
                <a16:creationId xmlns:a16="http://schemas.microsoft.com/office/drawing/2014/main" id="{9BDE6118-F982-2F27-3C89-BE8A897BF248}"/>
              </a:ext>
            </a:extLst>
          </p:cNvPr>
          <p:cNvSpPr txBox="1"/>
          <p:nvPr/>
        </p:nvSpPr>
        <p:spPr>
          <a:xfrm>
            <a:off x="544068" y="6201014"/>
            <a:ext cx="11421346" cy="646331"/>
          </a:xfrm>
          <a:prstGeom prst="rect">
            <a:avLst/>
          </a:prstGeom>
          <a:noFill/>
        </p:spPr>
        <p:txBody>
          <a:bodyPr wrap="square" rtlCol="0">
            <a:spAutoFit/>
          </a:bodyPr>
          <a:lstStyle/>
          <a:p>
            <a:r>
              <a:rPr lang="en-US" sz="1200" b="1">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Note</a:t>
            </a:r>
            <a:r>
              <a:rPr lang="en-US" sz="120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 Sometimes, when executing commands, you might encounter an error message similar to “command not found” or “unrecognized option”. This can be due to font inconsistencies between Windows (on which this ppt has been designed) and Linux. To resolve this, wherever there is a </a:t>
            </a:r>
            <a:r>
              <a:rPr lang="en-US" sz="1200" b="1">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hyphen (“-”), </a:t>
            </a:r>
            <a:r>
              <a:rPr lang="en-US" sz="120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delete it and retype it again manually.</a:t>
            </a:r>
            <a:endParaRPr lang="en-US" sz="1200" b="1">
              <a:solidFill>
                <a:schemeClr val="accent2"/>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3142437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91D79-881D-AA15-5B18-2334B9DF01C0}"/>
              </a:ext>
            </a:extLst>
          </p:cNvPr>
          <p:cNvSpPr>
            <a:spLocks noGrp="1"/>
          </p:cNvSpPr>
          <p:nvPr>
            <p:ph type="title"/>
          </p:nvPr>
        </p:nvSpPr>
        <p:spPr>
          <a:xfrm>
            <a:off x="471577" y="116318"/>
            <a:ext cx="10058400" cy="1371600"/>
          </a:xfrm>
        </p:spPr>
        <p:txBody>
          <a:bodyPr/>
          <a:lstStyle/>
          <a:p>
            <a:r>
              <a:rPr lang="en-US">
                <a:latin typeface="Abadi" panose="020B0604020104020204" pitchFamily="34" charset="0"/>
              </a:rPr>
              <a:t>OAI CN 5G Configuration files</a:t>
            </a:r>
          </a:p>
        </p:txBody>
      </p:sp>
      <p:sp>
        <p:nvSpPr>
          <p:cNvPr id="4" name="Rectangle: Rounded Corners 3">
            <a:extLst>
              <a:ext uri="{FF2B5EF4-FFF2-40B4-BE49-F238E27FC236}">
                <a16:creationId xmlns:a16="http://schemas.microsoft.com/office/drawing/2014/main" id="{6DCAE3CB-24F4-7943-48A0-04D7C3CC9EE9}"/>
              </a:ext>
            </a:extLst>
          </p:cNvPr>
          <p:cNvSpPr/>
          <p:nvPr/>
        </p:nvSpPr>
        <p:spPr>
          <a:xfrm>
            <a:off x="471577" y="1470886"/>
            <a:ext cx="10058400" cy="24074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b-NO" sz="1200">
                <a:latin typeface="Cascadia Code" panose="020B0609020000020004" pitchFamily="49" charset="0"/>
                <a:ea typeface="Cascadia Code" panose="020B0609020000020004" pitchFamily="49" charset="0"/>
                <a:cs typeface="Cascadia Code" panose="020B0609020000020004" pitchFamily="49" charset="0"/>
              </a:rPr>
              <a:t>wget -O ~/oai-cn5g.zip https://gitlab.eurecom.fr/oai/openairinterface5g/-/archive/develop/openairinterface5g-develop.zip?path=doc/tutorial_resources/oai-cn5g</a:t>
            </a:r>
          </a:p>
          <a:p>
            <a:endParaRPr lang="nb-NO" sz="1200">
              <a:latin typeface="Cascadia Code" panose="020B0609020000020004" pitchFamily="49" charset="0"/>
              <a:ea typeface="Cascadia Code" panose="020B0609020000020004" pitchFamily="49" charset="0"/>
              <a:cs typeface="Cascadia Code" panose="020B0609020000020004" pitchFamily="49" charset="0"/>
            </a:endParaRPr>
          </a:p>
          <a:p>
            <a:r>
              <a:rPr lang="nb-NO" sz="1200">
                <a:latin typeface="Cascadia Code" panose="020B0609020000020004" pitchFamily="49" charset="0"/>
                <a:ea typeface="Cascadia Code" panose="020B0609020000020004" pitchFamily="49" charset="0"/>
                <a:cs typeface="Cascadia Code" panose="020B0609020000020004" pitchFamily="49" charset="0"/>
              </a:rPr>
              <a:t>unzip ~/oai-cn5g.zip</a:t>
            </a:r>
          </a:p>
          <a:p>
            <a:endParaRPr lang="nb-NO" sz="1200">
              <a:latin typeface="Cascadia Code" panose="020B0609020000020004" pitchFamily="49" charset="0"/>
              <a:ea typeface="Cascadia Code" panose="020B0609020000020004" pitchFamily="49" charset="0"/>
              <a:cs typeface="Cascadia Code" panose="020B0609020000020004" pitchFamily="49" charset="0"/>
            </a:endParaRPr>
          </a:p>
          <a:p>
            <a:r>
              <a:rPr lang="nb-NO" sz="1200">
                <a:latin typeface="Cascadia Code" panose="020B0609020000020004" pitchFamily="49" charset="0"/>
                <a:ea typeface="Cascadia Code" panose="020B0609020000020004" pitchFamily="49" charset="0"/>
                <a:cs typeface="Cascadia Code" panose="020B0609020000020004" pitchFamily="49" charset="0"/>
              </a:rPr>
              <a:t>mv ~/openairinterface5g-develop-doc-tutorial_resources-oai-cn5g/doc/tutorial_resources/oai-cn5g ~/oai-cn5g</a:t>
            </a:r>
          </a:p>
          <a:p>
            <a:endParaRPr lang="nb-NO" sz="1200">
              <a:latin typeface="Cascadia Code" panose="020B0609020000020004" pitchFamily="49" charset="0"/>
              <a:ea typeface="Cascadia Code" panose="020B0609020000020004" pitchFamily="49" charset="0"/>
              <a:cs typeface="Cascadia Code" panose="020B0609020000020004" pitchFamily="49" charset="0"/>
            </a:endParaRPr>
          </a:p>
          <a:p>
            <a:r>
              <a:rPr lang="nb-NO" sz="1200">
                <a:latin typeface="Cascadia Code" panose="020B0609020000020004" pitchFamily="49" charset="0"/>
                <a:ea typeface="Cascadia Code" panose="020B0609020000020004" pitchFamily="49" charset="0"/>
                <a:cs typeface="Cascadia Code" panose="020B0609020000020004" pitchFamily="49" charset="0"/>
              </a:rPr>
              <a:t>rm -r ~/openairinterface5g-develop-doc-tutorial_resources-oai-cn5g ~/oai-cn5g.zip</a:t>
            </a:r>
          </a:p>
          <a:p>
            <a:r>
              <a:rPr lang="nb-NO" sz="1200">
                <a:latin typeface="Cascadia Code" panose="020B0609020000020004" pitchFamily="49" charset="0"/>
                <a:ea typeface="Cascadia Code" panose="020B0609020000020004" pitchFamily="49" charset="0"/>
                <a:cs typeface="Cascadia Code" panose="020B0609020000020004" pitchFamily="49" charset="0"/>
              </a:rPr>
              <a:t>cd ~/oai-cn5g</a:t>
            </a:r>
          </a:p>
          <a:p>
            <a:r>
              <a:rPr lang="nb-NO" sz="1200">
                <a:latin typeface="Cascadia Code" panose="020B0609020000020004" pitchFamily="49" charset="0"/>
                <a:ea typeface="Cascadia Code" panose="020B0609020000020004" pitchFamily="49" charset="0"/>
                <a:cs typeface="Cascadia Code" panose="020B0609020000020004" pitchFamily="49" charset="0"/>
              </a:rPr>
              <a:t>sudo docker compose pull</a:t>
            </a:r>
          </a:p>
        </p:txBody>
      </p:sp>
      <p:sp>
        <p:nvSpPr>
          <p:cNvPr id="7" name="Rectangle: Rounded Corners 6">
            <a:extLst>
              <a:ext uri="{FF2B5EF4-FFF2-40B4-BE49-F238E27FC236}">
                <a16:creationId xmlns:a16="http://schemas.microsoft.com/office/drawing/2014/main" id="{BC356E68-50B1-F4E1-7CC0-04D7AA8BD976}"/>
              </a:ext>
            </a:extLst>
          </p:cNvPr>
          <p:cNvSpPr/>
          <p:nvPr/>
        </p:nvSpPr>
        <p:spPr>
          <a:xfrm>
            <a:off x="471577" y="4268021"/>
            <a:ext cx="10058400" cy="13716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b-NO" sz="1400" b="1" u="sng">
                <a:solidFill>
                  <a:schemeClr val="tx1"/>
                </a:solidFill>
                <a:latin typeface="Cascadia Code" panose="020B0609020000020004" pitchFamily="49" charset="0"/>
                <a:ea typeface="Cascadia Code" panose="020B0609020000020004" pitchFamily="49" charset="0"/>
                <a:cs typeface="Cascadia Code" panose="020B0609020000020004" pitchFamily="49" charset="0"/>
              </a:rPr>
              <a:t>Start OAI CN 5G</a:t>
            </a:r>
            <a:r>
              <a:rPr lang="nb-NO" sz="1400" b="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nb-NO" sz="1400" b="1" u="sng">
                <a:solidFill>
                  <a:schemeClr val="tx1"/>
                </a:solidFill>
                <a:latin typeface="Cascadia Code" panose="020B0609020000020004" pitchFamily="49" charset="0"/>
                <a:ea typeface="Cascadia Code" panose="020B0609020000020004" pitchFamily="49" charset="0"/>
                <a:cs typeface="Cascadia Code" panose="020B0609020000020004" pitchFamily="49" charset="0"/>
              </a:rPr>
              <a:t>Stop OAI CN 5G</a:t>
            </a:r>
          </a:p>
          <a:p>
            <a:endParaRPr lang="nb-NO" sz="1400" u="sng">
              <a:latin typeface="Cascadia Code" panose="020B0609020000020004" pitchFamily="49" charset="0"/>
              <a:ea typeface="Cascadia Code" panose="020B0609020000020004" pitchFamily="49" charset="0"/>
              <a:cs typeface="Cascadia Code" panose="020B0609020000020004" pitchFamily="49" charset="0"/>
            </a:endParaRPr>
          </a:p>
          <a:p>
            <a:r>
              <a:rPr lang="en-US" sz="1400">
                <a:latin typeface="Cascadia Code" panose="020B0609020000020004" pitchFamily="49" charset="0"/>
                <a:ea typeface="Cascadia Code" panose="020B0609020000020004" pitchFamily="49" charset="0"/>
                <a:cs typeface="Cascadia Code" panose="020B0609020000020004" pitchFamily="49" charset="0"/>
              </a:rPr>
              <a:t>cd ~/oai-cn5g						 cd ~/oai-cn5g</a:t>
            </a:r>
          </a:p>
          <a:p>
            <a:r>
              <a:rPr lang="en-US" sz="1400">
                <a:latin typeface="Cascadia Code" panose="020B0609020000020004" pitchFamily="49" charset="0"/>
                <a:ea typeface="Cascadia Code" panose="020B0609020000020004" pitchFamily="49" charset="0"/>
                <a:cs typeface="Cascadia Code" panose="020B0609020000020004" pitchFamily="49" charset="0"/>
              </a:rPr>
              <a:t>docker compose up -d					 docker compose down</a:t>
            </a:r>
            <a:endParaRPr lang="nb-NO" sz="140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3" name="TextBox 2">
            <a:extLst>
              <a:ext uri="{FF2B5EF4-FFF2-40B4-BE49-F238E27FC236}">
                <a16:creationId xmlns:a16="http://schemas.microsoft.com/office/drawing/2014/main" id="{9F537863-600D-560E-4D52-D324A0CFFAA6}"/>
              </a:ext>
            </a:extLst>
          </p:cNvPr>
          <p:cNvSpPr txBox="1"/>
          <p:nvPr/>
        </p:nvSpPr>
        <p:spPr>
          <a:xfrm>
            <a:off x="657878" y="6341572"/>
            <a:ext cx="11092162" cy="400110"/>
          </a:xfrm>
          <a:prstGeom prst="rect">
            <a:avLst/>
          </a:prstGeom>
          <a:noFill/>
        </p:spPr>
        <p:txBody>
          <a:bodyPr wrap="square" rtlCol="0">
            <a:spAutoFit/>
          </a:bodyPr>
          <a:lstStyle/>
          <a:p>
            <a:r>
              <a:rPr lang="en-US" sz="1000" b="1">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Note</a:t>
            </a:r>
            <a:r>
              <a:rPr lang="en-US" sz="100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 Sometimes, when executing commands, you might encounter an error message similar to “command not found” or “unrecognized option”. This can be due to font inconsistencies between Windows (on which this ppt has been designed) and Linux. To resolve this, wherever there is a </a:t>
            </a:r>
            <a:r>
              <a:rPr lang="en-US" sz="1000" b="1">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hyphen (“-”), </a:t>
            </a:r>
            <a:r>
              <a:rPr lang="en-US" sz="100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delete it and retype it again manually.</a:t>
            </a:r>
            <a:endParaRPr lang="en-US" sz="1000" b="1">
              <a:solidFill>
                <a:schemeClr val="accent2"/>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3958071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8CA7EB-A986-8788-D5BB-12AEFF692D92}"/>
              </a:ext>
            </a:extLst>
          </p:cNvPr>
          <p:cNvPicPr>
            <a:picLocks noChangeAspect="1"/>
          </p:cNvPicPr>
          <p:nvPr/>
        </p:nvPicPr>
        <p:blipFill>
          <a:blip r:embed="rId2"/>
          <a:stretch>
            <a:fillRect/>
          </a:stretch>
        </p:blipFill>
        <p:spPr>
          <a:xfrm>
            <a:off x="90435" y="4055454"/>
            <a:ext cx="10988992" cy="2209992"/>
          </a:xfrm>
          <a:prstGeom prst="rect">
            <a:avLst/>
          </a:prstGeom>
        </p:spPr>
      </p:pic>
      <p:pic>
        <p:nvPicPr>
          <p:cNvPr id="5" name="Picture 4">
            <a:extLst>
              <a:ext uri="{FF2B5EF4-FFF2-40B4-BE49-F238E27FC236}">
                <a16:creationId xmlns:a16="http://schemas.microsoft.com/office/drawing/2014/main" id="{A1468282-D3DA-CC29-8D13-FC033959E7E1}"/>
              </a:ext>
            </a:extLst>
          </p:cNvPr>
          <p:cNvPicPr>
            <a:picLocks noChangeAspect="1"/>
          </p:cNvPicPr>
          <p:nvPr/>
        </p:nvPicPr>
        <p:blipFill>
          <a:blip r:embed="rId3"/>
          <a:stretch>
            <a:fillRect/>
          </a:stretch>
        </p:blipFill>
        <p:spPr>
          <a:xfrm>
            <a:off x="90435" y="790523"/>
            <a:ext cx="11806302" cy="2638477"/>
          </a:xfrm>
          <a:prstGeom prst="rect">
            <a:avLst/>
          </a:prstGeom>
        </p:spPr>
      </p:pic>
    </p:spTree>
    <p:extLst>
      <p:ext uri="{BB962C8B-B14F-4D97-AF65-F5344CB8AC3E}">
        <p14:creationId xmlns:p14="http://schemas.microsoft.com/office/powerpoint/2010/main" val="3004199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F46ECF6-9569-1AD1-E678-84C96DFFEB6D}"/>
              </a:ext>
            </a:extLst>
          </p:cNvPr>
          <p:cNvPicPr>
            <a:picLocks noChangeAspect="1"/>
          </p:cNvPicPr>
          <p:nvPr/>
        </p:nvPicPr>
        <p:blipFill>
          <a:blip r:embed="rId2"/>
          <a:stretch>
            <a:fillRect/>
          </a:stretch>
        </p:blipFill>
        <p:spPr>
          <a:xfrm>
            <a:off x="343517" y="2895806"/>
            <a:ext cx="6415614" cy="3340402"/>
          </a:xfrm>
          <a:prstGeom prst="rect">
            <a:avLst/>
          </a:prstGeom>
        </p:spPr>
      </p:pic>
      <p:sp>
        <p:nvSpPr>
          <p:cNvPr id="2" name="Title 1">
            <a:extLst>
              <a:ext uri="{FF2B5EF4-FFF2-40B4-BE49-F238E27FC236}">
                <a16:creationId xmlns:a16="http://schemas.microsoft.com/office/drawing/2014/main" id="{0E722E46-3D8E-AC9D-FD6A-3422F6714330}"/>
              </a:ext>
            </a:extLst>
          </p:cNvPr>
          <p:cNvSpPr>
            <a:spLocks noGrp="1"/>
          </p:cNvSpPr>
          <p:nvPr>
            <p:ph type="title"/>
          </p:nvPr>
        </p:nvSpPr>
        <p:spPr>
          <a:xfrm>
            <a:off x="382309" y="-72061"/>
            <a:ext cx="10058400" cy="1065078"/>
          </a:xfrm>
        </p:spPr>
        <p:txBody>
          <a:bodyPr/>
          <a:lstStyle/>
          <a:p>
            <a:r>
              <a:rPr lang="en-US">
                <a:latin typeface="Abadi" panose="020B0604020104020204" pitchFamily="34" charset="0"/>
              </a:rPr>
              <a:t>Install OAI RAN</a:t>
            </a:r>
          </a:p>
        </p:txBody>
      </p:sp>
      <p:sp>
        <p:nvSpPr>
          <p:cNvPr id="4" name="Rectangle: Rounded Corners 3">
            <a:extLst>
              <a:ext uri="{FF2B5EF4-FFF2-40B4-BE49-F238E27FC236}">
                <a16:creationId xmlns:a16="http://schemas.microsoft.com/office/drawing/2014/main" id="{0FE5B1F3-450E-5D81-B7C2-0AA71D186BBA}"/>
              </a:ext>
            </a:extLst>
          </p:cNvPr>
          <p:cNvSpPr/>
          <p:nvPr/>
        </p:nvSpPr>
        <p:spPr>
          <a:xfrm>
            <a:off x="295484" y="1495647"/>
            <a:ext cx="10472527" cy="10867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b-NO" sz="1200">
                <a:latin typeface="Cascadia Code" panose="020B0609020000020004" pitchFamily="49" charset="0"/>
                <a:ea typeface="Cascadia Code" panose="020B0609020000020004" pitchFamily="49" charset="0"/>
                <a:cs typeface="Cascadia Code" panose="020B0609020000020004" pitchFamily="49" charset="0"/>
              </a:rPr>
              <a:t>cd ~/openairinterface5g/cmake_targets</a:t>
            </a:r>
          </a:p>
          <a:p>
            <a:r>
              <a:rPr lang="en-US" sz="1200">
                <a:latin typeface="Cascadia Code" panose="020B0609020000020004" pitchFamily="49" charset="0"/>
                <a:ea typeface="Cascadia Code" panose="020B0609020000020004" pitchFamily="49" charset="0"/>
                <a:cs typeface="Cascadia Code" panose="020B0609020000020004" pitchFamily="49" charset="0"/>
              </a:rPr>
              <a:t>./</a:t>
            </a:r>
            <a:r>
              <a:rPr lang="en-US" sz="1200" err="1">
                <a:latin typeface="Cascadia Code" panose="020B0609020000020004" pitchFamily="49" charset="0"/>
                <a:ea typeface="Cascadia Code" panose="020B0609020000020004" pitchFamily="49" charset="0"/>
                <a:cs typeface="Cascadia Code" panose="020B0609020000020004" pitchFamily="49" charset="0"/>
              </a:rPr>
              <a:t>build_oai</a:t>
            </a:r>
            <a:r>
              <a:rPr lang="en-US" sz="1200">
                <a:latin typeface="Cascadia Code" panose="020B0609020000020004" pitchFamily="49" charset="0"/>
                <a:ea typeface="Cascadia Code" panose="020B0609020000020004" pitchFamily="49" charset="0"/>
                <a:cs typeface="Cascadia Code" panose="020B0609020000020004" pitchFamily="49" charset="0"/>
              </a:rPr>
              <a:t> -w SIMU --</a:t>
            </a:r>
            <a:r>
              <a:rPr lang="en-US" sz="1200" err="1">
                <a:latin typeface="Cascadia Code" panose="020B0609020000020004" pitchFamily="49" charset="0"/>
                <a:ea typeface="Cascadia Code" panose="020B0609020000020004" pitchFamily="49" charset="0"/>
                <a:cs typeface="Cascadia Code" panose="020B0609020000020004" pitchFamily="49" charset="0"/>
              </a:rPr>
              <a:t>gNB</a:t>
            </a:r>
            <a:r>
              <a:rPr lang="en-US" sz="1200">
                <a:latin typeface="Cascadia Code" panose="020B0609020000020004" pitchFamily="49" charset="0"/>
                <a:ea typeface="Cascadia Code" panose="020B0609020000020004" pitchFamily="49" charset="0"/>
                <a:cs typeface="Cascadia Code" panose="020B0609020000020004" pitchFamily="49" charset="0"/>
              </a:rPr>
              <a:t> --</a:t>
            </a:r>
            <a:r>
              <a:rPr lang="en-US" sz="1200" err="1">
                <a:latin typeface="Cascadia Code" panose="020B0609020000020004" pitchFamily="49" charset="0"/>
                <a:ea typeface="Cascadia Code" panose="020B0609020000020004" pitchFamily="49" charset="0"/>
                <a:cs typeface="Cascadia Code" panose="020B0609020000020004" pitchFamily="49" charset="0"/>
              </a:rPr>
              <a:t>nrUE</a:t>
            </a:r>
            <a:r>
              <a:rPr lang="en-US" sz="1200">
                <a:latin typeface="Cascadia Code" panose="020B0609020000020004" pitchFamily="49" charset="0"/>
                <a:ea typeface="Cascadia Code" panose="020B0609020000020004" pitchFamily="49" charset="0"/>
                <a:cs typeface="Cascadia Code" panose="020B0609020000020004" pitchFamily="49" charset="0"/>
              </a:rPr>
              <a:t> --build-e2 --ninja</a:t>
            </a:r>
            <a:endParaRPr lang="nb-NO" sz="120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3" name="Content Placeholder 2">
            <a:extLst>
              <a:ext uri="{FF2B5EF4-FFF2-40B4-BE49-F238E27FC236}">
                <a16:creationId xmlns:a16="http://schemas.microsoft.com/office/drawing/2014/main" id="{43F00886-12D6-66EC-E780-7F0870AD940B}"/>
              </a:ext>
            </a:extLst>
          </p:cNvPr>
          <p:cNvSpPr txBox="1">
            <a:spLocks/>
          </p:cNvSpPr>
          <p:nvPr/>
        </p:nvSpPr>
        <p:spPr>
          <a:xfrm>
            <a:off x="382309" y="5577721"/>
            <a:ext cx="10058400" cy="579699"/>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endParaRPr lang="en-US"/>
          </a:p>
          <a:p>
            <a:endParaRPr lang="en-US" b="1"/>
          </a:p>
        </p:txBody>
      </p:sp>
      <p:sp>
        <p:nvSpPr>
          <p:cNvPr id="7" name="Content Placeholder 2">
            <a:extLst>
              <a:ext uri="{FF2B5EF4-FFF2-40B4-BE49-F238E27FC236}">
                <a16:creationId xmlns:a16="http://schemas.microsoft.com/office/drawing/2014/main" id="{0EF55098-134F-2A0A-4BC6-32371A121FB5}"/>
              </a:ext>
            </a:extLst>
          </p:cNvPr>
          <p:cNvSpPr txBox="1">
            <a:spLocks/>
          </p:cNvSpPr>
          <p:nvPr/>
        </p:nvSpPr>
        <p:spPr>
          <a:xfrm>
            <a:off x="299955" y="940532"/>
            <a:ext cx="11592090" cy="1011017"/>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r>
              <a:rPr lang="en-US"/>
              <a:t>Reference: </a:t>
            </a:r>
            <a:r>
              <a:rPr lang="en-US">
                <a:hlinkClick r:id="rId3"/>
              </a:rPr>
              <a:t>https://gitlab.eurecom.fr/oai/openairinterface5g/-/tree/oran_jpn/openair2/E2AP?ref_type=heads</a:t>
            </a:r>
            <a:r>
              <a:rPr lang="en-US"/>
              <a:t> </a:t>
            </a:r>
          </a:p>
        </p:txBody>
      </p:sp>
      <p:sp>
        <p:nvSpPr>
          <p:cNvPr id="9" name="Rectangle 8">
            <a:extLst>
              <a:ext uri="{FF2B5EF4-FFF2-40B4-BE49-F238E27FC236}">
                <a16:creationId xmlns:a16="http://schemas.microsoft.com/office/drawing/2014/main" id="{1DA0584B-B0FF-FF41-17BB-BB8E489EFF11}"/>
              </a:ext>
            </a:extLst>
          </p:cNvPr>
          <p:cNvSpPr/>
          <p:nvPr/>
        </p:nvSpPr>
        <p:spPr>
          <a:xfrm>
            <a:off x="243140" y="2868437"/>
            <a:ext cx="6378783" cy="144753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llout: Bent Line 10">
            <a:extLst>
              <a:ext uri="{FF2B5EF4-FFF2-40B4-BE49-F238E27FC236}">
                <a16:creationId xmlns:a16="http://schemas.microsoft.com/office/drawing/2014/main" id="{A1301D4F-435D-4D6F-1ABD-429963D73FC1}"/>
              </a:ext>
            </a:extLst>
          </p:cNvPr>
          <p:cNvSpPr/>
          <p:nvPr/>
        </p:nvSpPr>
        <p:spPr>
          <a:xfrm>
            <a:off x="6983615" y="3257553"/>
            <a:ext cx="3457094" cy="612648"/>
          </a:xfrm>
          <a:prstGeom prst="borderCallout2">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atin typeface="ADLaM Display" panose="02010000000000000000" pitchFamily="2" charset="0"/>
                <a:ea typeface="ADLaM Display" panose="02010000000000000000" pitchFamily="2" charset="0"/>
                <a:cs typeface="ADLaM Display" panose="02010000000000000000" pitchFamily="2" charset="0"/>
              </a:rPr>
              <a:t>You should see ASN encoding for E2AP, KPM SM &amp; RC SM</a:t>
            </a:r>
          </a:p>
        </p:txBody>
      </p:sp>
      <p:sp>
        <p:nvSpPr>
          <p:cNvPr id="12" name="Callout: Bent Line 11">
            <a:extLst>
              <a:ext uri="{FF2B5EF4-FFF2-40B4-BE49-F238E27FC236}">
                <a16:creationId xmlns:a16="http://schemas.microsoft.com/office/drawing/2014/main" id="{348CA3F1-73F1-392C-C026-C996C6D24241}"/>
              </a:ext>
            </a:extLst>
          </p:cNvPr>
          <p:cNvSpPr/>
          <p:nvPr/>
        </p:nvSpPr>
        <p:spPr>
          <a:xfrm>
            <a:off x="6926681" y="5422597"/>
            <a:ext cx="2204366" cy="612648"/>
          </a:xfrm>
          <a:prstGeom prst="borderCallout2">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atin typeface="ADLaM Display" panose="02010000000000000000" pitchFamily="2" charset="0"/>
                <a:ea typeface="ADLaM Display" panose="02010000000000000000" pitchFamily="2" charset="0"/>
                <a:cs typeface="ADLaM Display" panose="02010000000000000000" pitchFamily="2" charset="0"/>
              </a:rPr>
              <a:t>Build should be successful</a:t>
            </a:r>
          </a:p>
        </p:txBody>
      </p:sp>
      <p:sp>
        <p:nvSpPr>
          <p:cNvPr id="13" name="Rectangle 12">
            <a:extLst>
              <a:ext uri="{FF2B5EF4-FFF2-40B4-BE49-F238E27FC236}">
                <a16:creationId xmlns:a16="http://schemas.microsoft.com/office/drawing/2014/main" id="{1114CCDB-C0F2-2324-39C8-384E190DE2DB}"/>
              </a:ext>
            </a:extLst>
          </p:cNvPr>
          <p:cNvSpPr/>
          <p:nvPr/>
        </p:nvSpPr>
        <p:spPr>
          <a:xfrm>
            <a:off x="243140" y="5994648"/>
            <a:ext cx="6071616" cy="26892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1C63143B-16B3-691B-E2F6-FC91F0D9257D}"/>
              </a:ext>
            </a:extLst>
          </p:cNvPr>
          <p:cNvPicPr>
            <a:picLocks noChangeAspect="1"/>
          </p:cNvPicPr>
          <p:nvPr/>
        </p:nvPicPr>
        <p:blipFill>
          <a:blip r:embed="rId4"/>
          <a:stretch>
            <a:fillRect/>
          </a:stretch>
        </p:blipFill>
        <p:spPr>
          <a:xfrm>
            <a:off x="6986880" y="4170671"/>
            <a:ext cx="5118209" cy="859954"/>
          </a:xfrm>
          <a:prstGeom prst="rect">
            <a:avLst/>
          </a:prstGeom>
        </p:spPr>
      </p:pic>
      <p:sp>
        <p:nvSpPr>
          <p:cNvPr id="6" name="TextBox 5">
            <a:extLst>
              <a:ext uri="{FF2B5EF4-FFF2-40B4-BE49-F238E27FC236}">
                <a16:creationId xmlns:a16="http://schemas.microsoft.com/office/drawing/2014/main" id="{6C9BF29A-8662-A654-68F6-5C29E6E56881}"/>
              </a:ext>
            </a:extLst>
          </p:cNvPr>
          <p:cNvSpPr txBox="1"/>
          <p:nvPr/>
        </p:nvSpPr>
        <p:spPr>
          <a:xfrm>
            <a:off x="550308" y="6457890"/>
            <a:ext cx="11092162" cy="400110"/>
          </a:xfrm>
          <a:prstGeom prst="rect">
            <a:avLst/>
          </a:prstGeom>
          <a:noFill/>
        </p:spPr>
        <p:txBody>
          <a:bodyPr wrap="square" rtlCol="0">
            <a:spAutoFit/>
          </a:bodyPr>
          <a:lstStyle/>
          <a:p>
            <a:r>
              <a:rPr lang="en-US" sz="1000" b="1">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Note</a:t>
            </a:r>
            <a:r>
              <a:rPr lang="en-US" sz="100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 Sometimes, when executing commands, you might encounter an error message similar to “command not found” or “unrecognized option”. This can be due to font inconsistencies between Windows (on which this ppt has been designed) and Linux. To resolve this, wherever there is a </a:t>
            </a:r>
            <a:r>
              <a:rPr lang="en-US" sz="1000" b="1">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hyphen (“-”), </a:t>
            </a:r>
            <a:r>
              <a:rPr lang="en-US" sz="100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delete it and retype it again manually.</a:t>
            </a:r>
            <a:endParaRPr lang="en-US" sz="1000" b="1">
              <a:solidFill>
                <a:schemeClr val="accent2"/>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328757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7D805-CD6E-5D96-579D-2760A1F2BD67}"/>
              </a:ext>
            </a:extLst>
          </p:cNvPr>
          <p:cNvSpPr>
            <a:spLocks noGrp="1"/>
          </p:cNvSpPr>
          <p:nvPr>
            <p:ph type="title"/>
          </p:nvPr>
        </p:nvSpPr>
        <p:spPr/>
        <p:txBody>
          <a:bodyPr/>
          <a:lstStyle/>
          <a:p>
            <a:r>
              <a:rPr lang="en-US">
                <a:latin typeface="Abadi" panose="020B0604020104020204" pitchFamily="34" charset="0"/>
              </a:rPr>
              <a:t>Install OAI RAN (cont’d)</a:t>
            </a:r>
          </a:p>
        </p:txBody>
      </p:sp>
      <p:sp>
        <p:nvSpPr>
          <p:cNvPr id="4" name="Content Placeholder 2">
            <a:extLst>
              <a:ext uri="{FF2B5EF4-FFF2-40B4-BE49-F238E27FC236}">
                <a16:creationId xmlns:a16="http://schemas.microsoft.com/office/drawing/2014/main" id="{7BAF705F-FB71-BF9B-2EC0-0CC681843D66}"/>
              </a:ext>
            </a:extLst>
          </p:cNvPr>
          <p:cNvSpPr txBox="1">
            <a:spLocks/>
          </p:cNvSpPr>
          <p:nvPr/>
        </p:nvSpPr>
        <p:spPr>
          <a:xfrm>
            <a:off x="763446" y="2280610"/>
            <a:ext cx="10058400" cy="1148390"/>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r>
              <a:rPr lang="en-US">
                <a:latin typeface="Abadi" panose="020B0604020104020204" pitchFamily="34" charset="0"/>
              </a:rPr>
              <a:t>Run the following commands if</a:t>
            </a:r>
          </a:p>
          <a:p>
            <a:pPr lvl="1"/>
            <a:r>
              <a:rPr lang="en-US">
                <a:latin typeface="Abadi" panose="020B0604020104020204" pitchFamily="34" charset="0"/>
              </a:rPr>
              <a:t>You do not see the output in the red box outlined in the previous slide.</a:t>
            </a:r>
          </a:p>
          <a:p>
            <a:pPr lvl="1"/>
            <a:r>
              <a:rPr lang="en-US">
                <a:latin typeface="Abadi" panose="020B0604020104020204" pitchFamily="34" charset="0"/>
              </a:rPr>
              <a:t>The “</a:t>
            </a:r>
            <a:r>
              <a:rPr lang="en-US" b="1" err="1">
                <a:latin typeface="Abadi" panose="020B0604020104020204" pitchFamily="34" charset="0"/>
              </a:rPr>
              <a:t>flexric</a:t>
            </a:r>
            <a:r>
              <a:rPr lang="en-US" b="1">
                <a:latin typeface="Abadi" panose="020B0604020104020204" pitchFamily="34" charset="0"/>
              </a:rPr>
              <a:t>” </a:t>
            </a:r>
            <a:r>
              <a:rPr lang="en-US">
                <a:latin typeface="Abadi" panose="020B0604020104020204" pitchFamily="34" charset="0"/>
              </a:rPr>
              <a:t>directory in </a:t>
            </a:r>
            <a:r>
              <a:rPr lang="en-US" b="1">
                <a:latin typeface="Abadi" panose="020B0604020104020204" pitchFamily="34" charset="0"/>
              </a:rPr>
              <a:t>~/</a:t>
            </a:r>
            <a:r>
              <a:rPr lang="en-US" b="1" err="1">
                <a:latin typeface="Abadi" panose="020B0604020104020204" pitchFamily="34" charset="0"/>
              </a:rPr>
              <a:t>oai</a:t>
            </a:r>
            <a:r>
              <a:rPr lang="en-US" b="1">
                <a:latin typeface="Abadi" panose="020B0604020104020204" pitchFamily="34" charset="0"/>
              </a:rPr>
              <a:t>/openair2/E2AP/</a:t>
            </a:r>
            <a:r>
              <a:rPr lang="en-US" b="1" err="1">
                <a:latin typeface="Abadi" panose="020B0604020104020204" pitchFamily="34" charset="0"/>
              </a:rPr>
              <a:t>flexric</a:t>
            </a:r>
            <a:r>
              <a:rPr lang="en-US" b="1">
                <a:latin typeface="Abadi" panose="020B0604020104020204" pitchFamily="34" charset="0"/>
              </a:rPr>
              <a:t> </a:t>
            </a:r>
            <a:r>
              <a:rPr lang="en-US">
                <a:latin typeface="Abadi" panose="020B0604020104020204" pitchFamily="34" charset="0"/>
              </a:rPr>
              <a:t>is empty. </a:t>
            </a:r>
          </a:p>
          <a:p>
            <a:endParaRPr lang="en-US" b="1">
              <a:latin typeface="Abadi" panose="020B0604020104020204" pitchFamily="34" charset="0"/>
            </a:endParaRPr>
          </a:p>
        </p:txBody>
      </p:sp>
      <p:sp>
        <p:nvSpPr>
          <p:cNvPr id="5" name="Rectangle: Rounded Corners 4">
            <a:extLst>
              <a:ext uri="{FF2B5EF4-FFF2-40B4-BE49-F238E27FC236}">
                <a16:creationId xmlns:a16="http://schemas.microsoft.com/office/drawing/2014/main" id="{6F5BBDC1-168A-DA42-F369-AB3B15C6552D}"/>
              </a:ext>
            </a:extLst>
          </p:cNvPr>
          <p:cNvSpPr/>
          <p:nvPr/>
        </p:nvSpPr>
        <p:spPr>
          <a:xfrm>
            <a:off x="763446" y="3567924"/>
            <a:ext cx="10058400" cy="16850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latin typeface="Cascadia Code" panose="020B0609020000020004" pitchFamily="49" charset="0"/>
                <a:ea typeface="Cascadia Code" panose="020B0609020000020004" pitchFamily="49" charset="0"/>
                <a:cs typeface="Cascadia Code" panose="020B0609020000020004" pitchFamily="49" charset="0"/>
              </a:rPr>
              <a:t>cd ~/openairinterface5g/openair2/E2AP/</a:t>
            </a:r>
          </a:p>
          <a:p>
            <a:r>
              <a:rPr lang="en-US" sz="1400">
                <a:latin typeface="Cascadia Code" panose="020B0609020000020004" pitchFamily="49" charset="0"/>
                <a:ea typeface="Cascadia Code" panose="020B0609020000020004" pitchFamily="49" charset="0"/>
                <a:cs typeface="Cascadia Code" panose="020B0609020000020004" pitchFamily="49" charset="0"/>
              </a:rPr>
              <a:t>git submodule </a:t>
            </a:r>
            <a:r>
              <a:rPr lang="en-US" sz="1400" err="1">
                <a:latin typeface="Cascadia Code" panose="020B0609020000020004" pitchFamily="49" charset="0"/>
                <a:ea typeface="Cascadia Code" panose="020B0609020000020004" pitchFamily="49" charset="0"/>
                <a:cs typeface="Cascadia Code" panose="020B0609020000020004" pitchFamily="49" charset="0"/>
              </a:rPr>
              <a:t>init</a:t>
            </a:r>
            <a:endParaRPr lang="en-US" sz="1400">
              <a:latin typeface="Cascadia Code" panose="020B0609020000020004" pitchFamily="49" charset="0"/>
              <a:ea typeface="Cascadia Code" panose="020B0609020000020004" pitchFamily="49" charset="0"/>
              <a:cs typeface="Cascadia Code" panose="020B0609020000020004" pitchFamily="49" charset="0"/>
            </a:endParaRPr>
          </a:p>
          <a:p>
            <a:r>
              <a:rPr lang="en-US" sz="1400">
                <a:latin typeface="Cascadia Code" panose="020B0609020000020004" pitchFamily="49" charset="0"/>
                <a:ea typeface="Cascadia Code" panose="020B0609020000020004" pitchFamily="49" charset="0"/>
                <a:cs typeface="Cascadia Code" panose="020B0609020000020004" pitchFamily="49" charset="0"/>
              </a:rPr>
              <a:t>git submodule update</a:t>
            </a:r>
          </a:p>
          <a:p>
            <a:endParaRPr lang="en-US" sz="1400">
              <a:latin typeface="Cascadia Code" panose="020B0609020000020004" pitchFamily="49" charset="0"/>
              <a:ea typeface="Cascadia Code" panose="020B0609020000020004" pitchFamily="49" charset="0"/>
              <a:cs typeface="Cascadia Code" panose="020B0609020000020004" pitchFamily="49" charset="0"/>
            </a:endParaRPr>
          </a:p>
          <a:p>
            <a:r>
              <a:rPr lang="en-US" sz="1400">
                <a:latin typeface="Cascadia Code" panose="020B0609020000020004" pitchFamily="49" charset="0"/>
                <a:ea typeface="Cascadia Code" panose="020B0609020000020004" pitchFamily="49" charset="0"/>
                <a:cs typeface="Cascadia Code" panose="020B0609020000020004" pitchFamily="49" charset="0"/>
              </a:rPr>
              <a:t>cd ~/openairinterface5g/</a:t>
            </a:r>
            <a:r>
              <a:rPr lang="en-US" sz="1400" err="1">
                <a:latin typeface="Cascadia Code" panose="020B0609020000020004" pitchFamily="49" charset="0"/>
                <a:ea typeface="Cascadia Code" panose="020B0609020000020004" pitchFamily="49" charset="0"/>
                <a:cs typeface="Cascadia Code" panose="020B0609020000020004" pitchFamily="49" charset="0"/>
              </a:rPr>
              <a:t>cmake_targets</a:t>
            </a:r>
            <a:r>
              <a:rPr lang="en-US" sz="1400">
                <a:latin typeface="Cascadia Code" panose="020B0609020000020004" pitchFamily="49" charset="0"/>
                <a:ea typeface="Cascadia Code" panose="020B0609020000020004" pitchFamily="49" charset="0"/>
                <a:cs typeface="Cascadia Code" panose="020B0609020000020004" pitchFamily="49" charset="0"/>
              </a:rPr>
              <a:t>/</a:t>
            </a:r>
          </a:p>
          <a:p>
            <a:r>
              <a:rPr lang="en-US" sz="1400">
                <a:latin typeface="Cascadia Code" panose="020B0609020000020004" pitchFamily="49" charset="0"/>
                <a:ea typeface="Cascadia Code" panose="020B0609020000020004" pitchFamily="49" charset="0"/>
                <a:cs typeface="Cascadia Code" panose="020B0609020000020004" pitchFamily="49" charset="0"/>
              </a:rPr>
              <a:t>./</a:t>
            </a:r>
            <a:r>
              <a:rPr lang="en-US" sz="1400" err="1">
                <a:latin typeface="Cascadia Code" panose="020B0609020000020004" pitchFamily="49" charset="0"/>
                <a:ea typeface="Cascadia Code" panose="020B0609020000020004" pitchFamily="49" charset="0"/>
                <a:cs typeface="Cascadia Code" panose="020B0609020000020004" pitchFamily="49" charset="0"/>
              </a:rPr>
              <a:t>build_oai</a:t>
            </a:r>
            <a:r>
              <a:rPr lang="en-US" sz="1400">
                <a:latin typeface="Cascadia Code" panose="020B0609020000020004" pitchFamily="49" charset="0"/>
                <a:ea typeface="Cascadia Code" panose="020B0609020000020004" pitchFamily="49" charset="0"/>
                <a:cs typeface="Cascadia Code" panose="020B0609020000020004" pitchFamily="49" charset="0"/>
              </a:rPr>
              <a:t> -w SIMU --</a:t>
            </a:r>
            <a:r>
              <a:rPr lang="en-US" sz="1400" err="1">
                <a:latin typeface="Cascadia Code" panose="020B0609020000020004" pitchFamily="49" charset="0"/>
                <a:ea typeface="Cascadia Code" panose="020B0609020000020004" pitchFamily="49" charset="0"/>
                <a:cs typeface="Cascadia Code" panose="020B0609020000020004" pitchFamily="49" charset="0"/>
              </a:rPr>
              <a:t>gNB</a:t>
            </a:r>
            <a:r>
              <a:rPr lang="en-US" sz="1400">
                <a:latin typeface="Cascadia Code" panose="020B0609020000020004" pitchFamily="49" charset="0"/>
                <a:ea typeface="Cascadia Code" panose="020B0609020000020004" pitchFamily="49" charset="0"/>
                <a:cs typeface="Cascadia Code" panose="020B0609020000020004" pitchFamily="49" charset="0"/>
              </a:rPr>
              <a:t> --</a:t>
            </a:r>
            <a:r>
              <a:rPr lang="en-US" sz="1400" err="1">
                <a:latin typeface="Cascadia Code" panose="020B0609020000020004" pitchFamily="49" charset="0"/>
                <a:ea typeface="Cascadia Code" panose="020B0609020000020004" pitchFamily="49" charset="0"/>
                <a:cs typeface="Cascadia Code" panose="020B0609020000020004" pitchFamily="49" charset="0"/>
              </a:rPr>
              <a:t>nrUE</a:t>
            </a:r>
            <a:r>
              <a:rPr lang="en-US" sz="1400">
                <a:latin typeface="Cascadia Code" panose="020B0609020000020004" pitchFamily="49" charset="0"/>
                <a:ea typeface="Cascadia Code" panose="020B0609020000020004" pitchFamily="49" charset="0"/>
                <a:cs typeface="Cascadia Code" panose="020B0609020000020004" pitchFamily="49" charset="0"/>
              </a:rPr>
              <a:t> --build-e2 --ninja</a:t>
            </a:r>
          </a:p>
          <a:p>
            <a:endParaRPr lang="en-US" sz="140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3" name="TextBox 2">
            <a:extLst>
              <a:ext uri="{FF2B5EF4-FFF2-40B4-BE49-F238E27FC236}">
                <a16:creationId xmlns:a16="http://schemas.microsoft.com/office/drawing/2014/main" id="{A82B0BFF-502E-D18F-64D7-017EBA9E1EBB}"/>
              </a:ext>
            </a:extLst>
          </p:cNvPr>
          <p:cNvSpPr txBox="1"/>
          <p:nvPr/>
        </p:nvSpPr>
        <p:spPr>
          <a:xfrm>
            <a:off x="657878" y="6100602"/>
            <a:ext cx="11092162" cy="400110"/>
          </a:xfrm>
          <a:prstGeom prst="rect">
            <a:avLst/>
          </a:prstGeom>
          <a:noFill/>
        </p:spPr>
        <p:txBody>
          <a:bodyPr wrap="square" rtlCol="0">
            <a:spAutoFit/>
          </a:bodyPr>
          <a:lstStyle/>
          <a:p>
            <a:r>
              <a:rPr lang="en-US" sz="1000" b="1">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Note</a:t>
            </a:r>
            <a:r>
              <a:rPr lang="en-US" sz="100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 Sometimes, when executing commands, you might encounter an error message similar to “command not found” or “unrecognized option”. This can be due to font inconsistencies between Windows (on which this ppt has been designed) and Linux. To resolve this, wherever there is a </a:t>
            </a:r>
            <a:r>
              <a:rPr lang="en-US" sz="1000" b="1">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hyphen (“-”), </a:t>
            </a:r>
            <a:r>
              <a:rPr lang="en-US" sz="100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delete it and retype it again manually.</a:t>
            </a:r>
            <a:endParaRPr lang="en-US" sz="1000" b="1">
              <a:solidFill>
                <a:schemeClr val="accent2"/>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706053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Open Air Interface &amp; FlexRIC  Installation</vt:lpstr>
      <vt:lpstr>Helpful Commands</vt:lpstr>
      <vt:lpstr>Install Dependencies</vt:lpstr>
      <vt:lpstr>Install Dependencies (cont’d)</vt:lpstr>
      <vt:lpstr>Install OAI CN 5G</vt:lpstr>
      <vt:lpstr>OAI CN 5G Configuration files</vt:lpstr>
      <vt:lpstr>PowerPoint Presentation</vt:lpstr>
      <vt:lpstr>Install OAI RAN</vt:lpstr>
      <vt:lpstr>Install OAI RAN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Upadhyaya, Pratheek Shankaranarayana</dc:creator>
  <cp:revision>1</cp:revision>
  <dcterms:created xsi:type="dcterms:W3CDTF">2025-10-07T16:15:53Z</dcterms:created>
  <dcterms:modified xsi:type="dcterms:W3CDTF">2025-10-07T17:53:02Z</dcterms:modified>
</cp:coreProperties>
</file>