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0" r:id="rId6"/>
    <p:sldId id="263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0AADC5-6E48-460D-A203-14EC7CC840CC}" v="493" dt="2025-10-07T19:09:17.465"/>
    <p1510:client id="{CFE94C1D-A310-4936-9B2E-15E37FA66E6D}" v="811" dt="2025-10-07T19:16:14.9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adhyaya, Pratheek Shankaranarayana" userId="d86132f3-b278-41c2-8c29-98b709d334a7" providerId="ADAL" clId="{42539C57-6514-4765-9EB3-3EC073085AD5}"/>
    <pc:docChg chg="undo custSel addSld modSld">
      <pc:chgData name="Upadhyaya, Pratheek Shankaranarayana" userId="d86132f3-b278-41c2-8c29-98b709d334a7" providerId="ADAL" clId="{42539C57-6514-4765-9EB3-3EC073085AD5}" dt="2025-10-07T19:09:17.466" v="494" actId="14100"/>
      <pc:docMkLst>
        <pc:docMk/>
      </pc:docMkLst>
      <pc:sldChg chg="addSp delSp modSp mod">
        <pc:chgData name="Upadhyaya, Pratheek Shankaranarayana" userId="d86132f3-b278-41c2-8c29-98b709d334a7" providerId="ADAL" clId="{42539C57-6514-4765-9EB3-3EC073085AD5}" dt="2025-10-07T18:04:27.504" v="14" actId="478"/>
        <pc:sldMkLst>
          <pc:docMk/>
          <pc:sldMk cId="3479563178" sldId="258"/>
        </pc:sldMkLst>
        <pc:spChg chg="mod">
          <ac:chgData name="Upadhyaya, Pratheek Shankaranarayana" userId="d86132f3-b278-41c2-8c29-98b709d334a7" providerId="ADAL" clId="{42539C57-6514-4765-9EB3-3EC073085AD5}" dt="2025-10-07T18:03:22.560" v="5" actId="1076"/>
          <ac:spMkLst>
            <pc:docMk/>
            <pc:sldMk cId="3479563178" sldId="258"/>
            <ac:spMk id="4" creationId="{561E7ABE-BDDF-F25B-DAA6-855A680CB085}"/>
          </ac:spMkLst>
        </pc:spChg>
        <pc:spChg chg="del">
          <ac:chgData name="Upadhyaya, Pratheek Shankaranarayana" userId="d86132f3-b278-41c2-8c29-98b709d334a7" providerId="ADAL" clId="{42539C57-6514-4765-9EB3-3EC073085AD5}" dt="2025-10-07T18:04:27.504" v="14" actId="478"/>
          <ac:spMkLst>
            <pc:docMk/>
            <pc:sldMk cId="3479563178" sldId="258"/>
            <ac:spMk id="9" creationId="{07B1FB57-9C61-CEA9-2E22-9A3B45907896}"/>
          </ac:spMkLst>
        </pc:spChg>
        <pc:spChg chg="del">
          <ac:chgData name="Upadhyaya, Pratheek Shankaranarayana" userId="d86132f3-b278-41c2-8c29-98b709d334a7" providerId="ADAL" clId="{42539C57-6514-4765-9EB3-3EC073085AD5}" dt="2025-10-07T18:04:23.714" v="13" actId="478"/>
          <ac:spMkLst>
            <pc:docMk/>
            <pc:sldMk cId="3479563178" sldId="258"/>
            <ac:spMk id="12" creationId="{8663EF6C-00AB-6D69-C24B-5BF8A8B5F549}"/>
          </ac:spMkLst>
        </pc:spChg>
        <pc:picChg chg="add mod">
          <ac:chgData name="Upadhyaya, Pratheek Shankaranarayana" userId="d86132f3-b278-41c2-8c29-98b709d334a7" providerId="ADAL" clId="{42539C57-6514-4765-9EB3-3EC073085AD5}" dt="2025-10-07T18:04:16.643" v="11" actId="1076"/>
          <ac:picMkLst>
            <pc:docMk/>
            <pc:sldMk cId="3479563178" sldId="258"/>
            <ac:picMk id="5" creationId="{4D247E5C-6780-A095-1E11-EC9FFF2F307A}"/>
          </ac:picMkLst>
        </pc:picChg>
        <pc:picChg chg="del">
          <ac:chgData name="Upadhyaya, Pratheek Shankaranarayana" userId="d86132f3-b278-41c2-8c29-98b709d334a7" providerId="ADAL" clId="{42539C57-6514-4765-9EB3-3EC073085AD5}" dt="2025-10-07T18:03:11.352" v="0" actId="478"/>
          <ac:picMkLst>
            <pc:docMk/>
            <pc:sldMk cId="3479563178" sldId="258"/>
            <ac:picMk id="6" creationId="{C70861BE-9967-7789-3095-CA809D7BFEBB}"/>
          </ac:picMkLst>
        </pc:picChg>
        <pc:picChg chg="add del">
          <ac:chgData name="Upadhyaya, Pratheek Shankaranarayana" userId="d86132f3-b278-41c2-8c29-98b709d334a7" providerId="ADAL" clId="{42539C57-6514-4765-9EB3-3EC073085AD5}" dt="2025-10-07T18:04:18.250" v="12" actId="478"/>
          <ac:picMkLst>
            <pc:docMk/>
            <pc:sldMk cId="3479563178" sldId="258"/>
            <ac:picMk id="8" creationId="{AB0F4283-C39A-D289-D701-9BB4AE4DC9B0}"/>
          </ac:picMkLst>
        </pc:picChg>
      </pc:sldChg>
      <pc:sldChg chg="addSp delSp modSp new mod">
        <pc:chgData name="Upadhyaya, Pratheek Shankaranarayana" userId="d86132f3-b278-41c2-8c29-98b709d334a7" providerId="ADAL" clId="{42539C57-6514-4765-9EB3-3EC073085AD5}" dt="2025-10-07T18:09:37.943" v="154" actId="313"/>
        <pc:sldMkLst>
          <pc:docMk/>
          <pc:sldMk cId="2475651730" sldId="259"/>
        </pc:sldMkLst>
        <pc:spChg chg="mod">
          <ac:chgData name="Upadhyaya, Pratheek Shankaranarayana" userId="d86132f3-b278-41c2-8c29-98b709d334a7" providerId="ADAL" clId="{42539C57-6514-4765-9EB3-3EC073085AD5}" dt="2025-10-07T18:05:24.652" v="62" actId="20577"/>
          <ac:spMkLst>
            <pc:docMk/>
            <pc:sldMk cId="2475651730" sldId="259"/>
            <ac:spMk id="2" creationId="{4A97EFCC-2252-EED7-718C-A0B23612C6B5}"/>
          </ac:spMkLst>
        </pc:spChg>
        <pc:spChg chg="del mod">
          <ac:chgData name="Upadhyaya, Pratheek Shankaranarayana" userId="d86132f3-b278-41c2-8c29-98b709d334a7" providerId="ADAL" clId="{42539C57-6514-4765-9EB3-3EC073085AD5}" dt="2025-10-07T18:05:20.100" v="58" actId="478"/>
          <ac:spMkLst>
            <pc:docMk/>
            <pc:sldMk cId="2475651730" sldId="259"/>
            <ac:spMk id="3" creationId="{80D65512-8186-621B-7103-556AF8490679}"/>
          </ac:spMkLst>
        </pc:spChg>
        <pc:spChg chg="add mod">
          <ac:chgData name="Upadhyaya, Pratheek Shankaranarayana" userId="d86132f3-b278-41c2-8c29-98b709d334a7" providerId="ADAL" clId="{42539C57-6514-4765-9EB3-3EC073085AD5}" dt="2025-10-07T18:05:43.820" v="92" actId="14100"/>
          <ac:spMkLst>
            <pc:docMk/>
            <pc:sldMk cId="2475651730" sldId="259"/>
            <ac:spMk id="4" creationId="{9F424E78-BA4C-4758-2FDB-12C989366AFE}"/>
          </ac:spMkLst>
        </pc:spChg>
        <pc:spChg chg="add mod">
          <ac:chgData name="Upadhyaya, Pratheek Shankaranarayana" userId="d86132f3-b278-41c2-8c29-98b709d334a7" providerId="ADAL" clId="{42539C57-6514-4765-9EB3-3EC073085AD5}" dt="2025-10-07T18:07:05.383" v="104" actId="14100"/>
          <ac:spMkLst>
            <pc:docMk/>
            <pc:sldMk cId="2475651730" sldId="259"/>
            <ac:spMk id="7" creationId="{5991E4B8-10CC-CD1C-6932-F16B148FE59A}"/>
          </ac:spMkLst>
        </pc:spChg>
        <pc:spChg chg="add mod">
          <ac:chgData name="Upadhyaya, Pratheek Shankaranarayana" userId="d86132f3-b278-41c2-8c29-98b709d334a7" providerId="ADAL" clId="{42539C57-6514-4765-9EB3-3EC073085AD5}" dt="2025-10-07T18:09:37.943" v="154" actId="313"/>
          <ac:spMkLst>
            <pc:docMk/>
            <pc:sldMk cId="2475651730" sldId="259"/>
            <ac:spMk id="8" creationId="{9C1752AD-13B0-85F7-8962-47B66934F458}"/>
          </ac:spMkLst>
        </pc:spChg>
        <pc:picChg chg="add mod">
          <ac:chgData name="Upadhyaya, Pratheek Shankaranarayana" userId="d86132f3-b278-41c2-8c29-98b709d334a7" providerId="ADAL" clId="{42539C57-6514-4765-9EB3-3EC073085AD5}" dt="2025-10-07T18:06:21" v="97" actId="1076"/>
          <ac:picMkLst>
            <pc:docMk/>
            <pc:sldMk cId="2475651730" sldId="259"/>
            <ac:picMk id="6" creationId="{32122F6E-8471-0C39-D6E5-2E1D9B76925C}"/>
          </ac:picMkLst>
        </pc:picChg>
      </pc:sldChg>
      <pc:sldChg chg="addSp delSp modSp mod setBg">
        <pc:chgData name="Upadhyaya, Pratheek Shankaranarayana" userId="d86132f3-b278-41c2-8c29-98b709d334a7" providerId="ADAL" clId="{42539C57-6514-4765-9EB3-3EC073085AD5}" dt="2025-10-07T18:32:49.572" v="431" actId="26606"/>
        <pc:sldMkLst>
          <pc:docMk/>
          <pc:sldMk cId="3006090377" sldId="260"/>
        </pc:sldMkLst>
        <pc:spChg chg="mod">
          <ac:chgData name="Upadhyaya, Pratheek Shankaranarayana" userId="d86132f3-b278-41c2-8c29-98b709d334a7" providerId="ADAL" clId="{42539C57-6514-4765-9EB3-3EC073085AD5}" dt="2025-10-07T18:32:49.572" v="431" actId="26606"/>
          <ac:spMkLst>
            <pc:docMk/>
            <pc:sldMk cId="3006090377" sldId="260"/>
            <ac:spMk id="2" creationId="{4278A1B4-D650-2B02-F38D-C833BB4EACC4}"/>
          </ac:spMkLst>
        </pc:spChg>
        <pc:spChg chg="mod">
          <ac:chgData name="Upadhyaya, Pratheek Shankaranarayana" userId="d86132f3-b278-41c2-8c29-98b709d334a7" providerId="ADAL" clId="{42539C57-6514-4765-9EB3-3EC073085AD5}" dt="2025-10-07T18:32:49.572" v="431" actId="26606"/>
          <ac:spMkLst>
            <pc:docMk/>
            <pc:sldMk cId="3006090377" sldId="260"/>
            <ac:spMk id="4" creationId="{7E34E42A-C9BD-1775-7C0C-5E9F9B7B0989}"/>
          </ac:spMkLst>
        </pc:spChg>
        <pc:spChg chg="mod">
          <ac:chgData name="Upadhyaya, Pratheek Shankaranarayana" userId="d86132f3-b278-41c2-8c29-98b709d334a7" providerId="ADAL" clId="{42539C57-6514-4765-9EB3-3EC073085AD5}" dt="2025-10-07T18:17:40.199" v="286" actId="1076"/>
          <ac:spMkLst>
            <pc:docMk/>
            <pc:sldMk cId="3006090377" sldId="260"/>
            <ac:spMk id="5" creationId="{88BF0236-9306-B207-E705-C623929A55D0}"/>
          </ac:spMkLst>
        </pc:spChg>
        <pc:spChg chg="add mod">
          <ac:chgData name="Upadhyaya, Pratheek Shankaranarayana" userId="d86132f3-b278-41c2-8c29-98b709d334a7" providerId="ADAL" clId="{42539C57-6514-4765-9EB3-3EC073085AD5}" dt="2025-10-07T18:17:07.396" v="242" actId="20577"/>
          <ac:spMkLst>
            <pc:docMk/>
            <pc:sldMk cId="3006090377" sldId="260"/>
            <ac:spMk id="6" creationId="{94B9E243-69B6-87D8-577D-9CE46D395FCF}"/>
          </ac:spMkLst>
        </pc:spChg>
        <pc:spChg chg="mod">
          <ac:chgData name="Upadhyaya, Pratheek Shankaranarayana" userId="d86132f3-b278-41c2-8c29-98b709d334a7" providerId="ADAL" clId="{42539C57-6514-4765-9EB3-3EC073085AD5}" dt="2025-10-07T18:25:13.966" v="345" actId="20577"/>
          <ac:spMkLst>
            <pc:docMk/>
            <pc:sldMk cId="3006090377" sldId="260"/>
            <ac:spMk id="8" creationId="{04C1C9C6-48DC-6898-88B2-FAF7EE269233}"/>
          </ac:spMkLst>
        </pc:spChg>
        <pc:spChg chg="add del">
          <ac:chgData name="Upadhyaya, Pratheek Shankaranarayana" userId="d86132f3-b278-41c2-8c29-98b709d334a7" providerId="ADAL" clId="{42539C57-6514-4765-9EB3-3EC073085AD5}" dt="2025-10-07T18:32:49.572" v="431" actId="26606"/>
          <ac:spMkLst>
            <pc:docMk/>
            <pc:sldMk cId="3006090377" sldId="260"/>
            <ac:spMk id="15" creationId="{2B97F24A-32CE-4C1C-A50D-3016B394DCFB}"/>
          </ac:spMkLst>
        </pc:spChg>
        <pc:spChg chg="add del">
          <ac:chgData name="Upadhyaya, Pratheek Shankaranarayana" userId="d86132f3-b278-41c2-8c29-98b709d334a7" providerId="ADAL" clId="{42539C57-6514-4765-9EB3-3EC073085AD5}" dt="2025-10-07T18:32:49.572" v="431" actId="26606"/>
          <ac:spMkLst>
            <pc:docMk/>
            <pc:sldMk cId="3006090377" sldId="260"/>
            <ac:spMk id="17" creationId="{CD8B4F24-440B-49E9-B85D-733523DC064B}"/>
          </ac:spMkLst>
        </pc:spChg>
        <pc:picChg chg="add mod">
          <ac:chgData name="Upadhyaya, Pratheek Shankaranarayana" userId="d86132f3-b278-41c2-8c29-98b709d334a7" providerId="ADAL" clId="{42539C57-6514-4765-9EB3-3EC073085AD5}" dt="2025-10-07T18:32:49.572" v="431" actId="26606"/>
          <ac:picMkLst>
            <pc:docMk/>
            <pc:sldMk cId="3006090377" sldId="260"/>
            <ac:picMk id="10" creationId="{684CAEC2-2AA1-7E40-FA43-ADFFD754F007}"/>
          </ac:picMkLst>
        </pc:picChg>
      </pc:sldChg>
      <pc:sldChg chg="addSp delSp modSp add mod">
        <pc:chgData name="Upadhyaya, Pratheek Shankaranarayana" userId="d86132f3-b278-41c2-8c29-98b709d334a7" providerId="ADAL" clId="{42539C57-6514-4765-9EB3-3EC073085AD5}" dt="2025-10-07T18:28:19.675" v="423" actId="14100"/>
        <pc:sldMkLst>
          <pc:docMk/>
          <pc:sldMk cId="1457785882" sldId="261"/>
        </pc:sldMkLst>
        <pc:spChg chg="del">
          <ac:chgData name="Upadhyaya, Pratheek Shankaranarayana" userId="d86132f3-b278-41c2-8c29-98b709d334a7" providerId="ADAL" clId="{42539C57-6514-4765-9EB3-3EC073085AD5}" dt="2025-10-07T18:25:24.584" v="347" actId="478"/>
          <ac:spMkLst>
            <pc:docMk/>
            <pc:sldMk cId="1457785882" sldId="261"/>
            <ac:spMk id="4" creationId="{9F5EAD86-4CA6-CF01-C384-4B61BC376874}"/>
          </ac:spMkLst>
        </pc:spChg>
        <pc:spChg chg="mod">
          <ac:chgData name="Upadhyaya, Pratheek Shankaranarayana" userId="d86132f3-b278-41c2-8c29-98b709d334a7" providerId="ADAL" clId="{42539C57-6514-4765-9EB3-3EC073085AD5}" dt="2025-10-07T18:26:49.722" v="355" actId="1076"/>
          <ac:spMkLst>
            <pc:docMk/>
            <pc:sldMk cId="1457785882" sldId="261"/>
            <ac:spMk id="8" creationId="{B83E0921-AC97-A40F-B77C-90E6DD6D8665}"/>
          </ac:spMkLst>
        </pc:spChg>
        <pc:spChg chg="add mod">
          <ac:chgData name="Upadhyaya, Pratheek Shankaranarayana" userId="d86132f3-b278-41c2-8c29-98b709d334a7" providerId="ADAL" clId="{42539C57-6514-4765-9EB3-3EC073085AD5}" dt="2025-10-07T18:28:19.675" v="423" actId="14100"/>
          <ac:spMkLst>
            <pc:docMk/>
            <pc:sldMk cId="1457785882" sldId="261"/>
            <ac:spMk id="12" creationId="{1B38CF05-F160-EB88-67F9-C7B3D7428437}"/>
          </ac:spMkLst>
        </pc:spChg>
        <pc:picChg chg="add del mod">
          <ac:chgData name="Upadhyaya, Pratheek Shankaranarayana" userId="d86132f3-b278-41c2-8c29-98b709d334a7" providerId="ADAL" clId="{42539C57-6514-4765-9EB3-3EC073085AD5}" dt="2025-10-07T18:26:32.510" v="351" actId="478"/>
          <ac:picMkLst>
            <pc:docMk/>
            <pc:sldMk cId="1457785882" sldId="261"/>
            <ac:picMk id="9" creationId="{3DF3ED67-EA77-B629-E633-8412BEB30889}"/>
          </ac:picMkLst>
        </pc:picChg>
        <pc:picChg chg="add mod">
          <ac:chgData name="Upadhyaya, Pratheek Shankaranarayana" userId="d86132f3-b278-41c2-8c29-98b709d334a7" providerId="ADAL" clId="{42539C57-6514-4765-9EB3-3EC073085AD5}" dt="2025-10-07T18:26:55.496" v="356" actId="1076"/>
          <ac:picMkLst>
            <pc:docMk/>
            <pc:sldMk cId="1457785882" sldId="261"/>
            <ac:picMk id="11" creationId="{F985C51B-6B2B-6D0F-07C2-B098ABBBD814}"/>
          </ac:picMkLst>
        </pc:picChg>
      </pc:sldChg>
      <pc:sldChg chg="addSp modSp new mod">
        <pc:chgData name="Upadhyaya, Pratheek Shankaranarayana" userId="d86132f3-b278-41c2-8c29-98b709d334a7" providerId="ADAL" clId="{42539C57-6514-4765-9EB3-3EC073085AD5}" dt="2025-10-07T18:59:41.269" v="489" actId="14100"/>
        <pc:sldMkLst>
          <pc:docMk/>
          <pc:sldMk cId="202739399" sldId="262"/>
        </pc:sldMkLst>
        <pc:spChg chg="mod">
          <ac:chgData name="Upadhyaya, Pratheek Shankaranarayana" userId="d86132f3-b278-41c2-8c29-98b709d334a7" providerId="ADAL" clId="{42539C57-6514-4765-9EB3-3EC073085AD5}" dt="2025-10-07T18:36:18.612" v="476" actId="20577"/>
          <ac:spMkLst>
            <pc:docMk/>
            <pc:sldMk cId="202739399" sldId="262"/>
            <ac:spMk id="2" creationId="{46C94F5A-34BA-9CA6-53C2-6C4F69C98CE8}"/>
          </ac:spMkLst>
        </pc:spChg>
        <pc:spChg chg="mod">
          <ac:chgData name="Upadhyaya, Pratheek Shankaranarayana" userId="d86132f3-b278-41c2-8c29-98b709d334a7" providerId="ADAL" clId="{42539C57-6514-4765-9EB3-3EC073085AD5}" dt="2025-10-07T18:59:41.269" v="489" actId="14100"/>
          <ac:spMkLst>
            <pc:docMk/>
            <pc:sldMk cId="202739399" sldId="262"/>
            <ac:spMk id="4" creationId="{51AD2008-5918-804C-CF7C-F9728D4795AB}"/>
          </ac:spMkLst>
        </pc:spChg>
        <pc:picChg chg="add mod">
          <ac:chgData name="Upadhyaya, Pratheek Shankaranarayana" userId="d86132f3-b278-41c2-8c29-98b709d334a7" providerId="ADAL" clId="{42539C57-6514-4765-9EB3-3EC073085AD5}" dt="2025-10-07T18:59:28.687" v="485" actId="1076"/>
          <ac:picMkLst>
            <pc:docMk/>
            <pc:sldMk cId="202739399" sldId="262"/>
            <ac:picMk id="6" creationId="{388725CC-5AF4-79EB-7B62-2A6A44246636}"/>
          </ac:picMkLst>
        </pc:picChg>
      </pc:sldChg>
      <pc:sldChg chg="addSp modSp mod">
        <pc:chgData name="Upadhyaya, Pratheek Shankaranarayana" userId="d86132f3-b278-41c2-8c29-98b709d334a7" providerId="ADAL" clId="{42539C57-6514-4765-9EB3-3EC073085AD5}" dt="2025-10-07T18:56:36.733" v="479" actId="14100"/>
        <pc:sldMkLst>
          <pc:docMk/>
          <pc:sldMk cId="4087295553" sldId="263"/>
        </pc:sldMkLst>
        <pc:picChg chg="add mod">
          <ac:chgData name="Upadhyaya, Pratheek Shankaranarayana" userId="d86132f3-b278-41c2-8c29-98b709d334a7" providerId="ADAL" clId="{42539C57-6514-4765-9EB3-3EC073085AD5}" dt="2025-10-07T18:56:36.733" v="479" actId="14100"/>
          <ac:picMkLst>
            <pc:docMk/>
            <pc:sldMk cId="4087295553" sldId="263"/>
            <ac:picMk id="6" creationId="{88D5B3DF-9D26-77DA-B1B6-C006F585845E}"/>
          </ac:picMkLst>
        </pc:picChg>
      </pc:sldChg>
      <pc:sldChg chg="addSp modSp mod">
        <pc:chgData name="Upadhyaya, Pratheek Shankaranarayana" userId="d86132f3-b278-41c2-8c29-98b709d334a7" providerId="ADAL" clId="{42539C57-6514-4765-9EB3-3EC073085AD5}" dt="2025-10-07T19:09:17.466" v="494" actId="14100"/>
        <pc:sldMkLst>
          <pc:docMk/>
          <pc:sldMk cId="2256813456" sldId="266"/>
        </pc:sldMkLst>
        <pc:spChg chg="mod">
          <ac:chgData name="Upadhyaya, Pratheek Shankaranarayana" userId="d86132f3-b278-41c2-8c29-98b709d334a7" providerId="ADAL" clId="{42539C57-6514-4765-9EB3-3EC073085AD5}" dt="2025-10-07T19:09:17.466" v="494" actId="14100"/>
          <ac:spMkLst>
            <pc:docMk/>
            <pc:sldMk cId="2256813456" sldId="266"/>
            <ac:spMk id="3" creationId="{A2D27E15-FCDF-D3E5-96E2-88320C102644}"/>
          </ac:spMkLst>
        </pc:spChg>
        <pc:picChg chg="add mod">
          <ac:chgData name="Upadhyaya, Pratheek Shankaranarayana" userId="d86132f3-b278-41c2-8c29-98b709d334a7" providerId="ADAL" clId="{42539C57-6514-4765-9EB3-3EC073085AD5}" dt="2025-10-07T19:09:12.820" v="493" actId="14100"/>
          <ac:picMkLst>
            <pc:docMk/>
            <pc:sldMk cId="2256813456" sldId="266"/>
            <ac:picMk id="5" creationId="{684AF807-D2FD-6697-0199-874CEF9DCC20}"/>
          </ac:picMkLst>
        </pc:picChg>
      </pc:sldChg>
    </pc:docChg>
  </pc:docChgLst>
  <pc:docChgLst>
    <pc:chgData name="Upadhyaya, Pratheek Shankaranarayana" userId="d86132f3-b278-41c2-8c29-98b709d334a7" providerId="ADAL" clId="{DDAB53BA-B032-41C5-92E3-EDD9AFA2ACC7}"/>
    <pc:docChg chg="undo redo custSel addSld modSld sldOrd">
      <pc:chgData name="Upadhyaya, Pratheek Shankaranarayana" userId="d86132f3-b278-41c2-8c29-98b709d334a7" providerId="ADAL" clId="{DDAB53BA-B032-41C5-92E3-EDD9AFA2ACC7}" dt="2025-10-07T19:16:14.902" v="804" actId="6549"/>
      <pc:docMkLst>
        <pc:docMk/>
      </pc:docMkLst>
      <pc:sldChg chg="addSp delSp modSp new mod">
        <pc:chgData name="Upadhyaya, Pratheek Shankaranarayana" userId="d86132f3-b278-41c2-8c29-98b709d334a7" providerId="ADAL" clId="{DDAB53BA-B032-41C5-92E3-EDD9AFA2ACC7}" dt="2025-10-07T18:35:20.291" v="248" actId="14100"/>
        <pc:sldMkLst>
          <pc:docMk/>
          <pc:sldMk cId="3006090377" sldId="260"/>
        </pc:sldMkLst>
        <pc:spChg chg="mod">
          <ac:chgData name="Upadhyaya, Pratheek Shankaranarayana" userId="d86132f3-b278-41c2-8c29-98b709d334a7" providerId="ADAL" clId="{DDAB53BA-B032-41C5-92E3-EDD9AFA2ACC7}" dt="2025-10-07T18:15:39.702" v="24" actId="2711"/>
          <ac:spMkLst>
            <pc:docMk/>
            <pc:sldMk cId="3006090377" sldId="260"/>
            <ac:spMk id="2" creationId="{4278A1B4-D650-2B02-F38D-C833BB4EACC4}"/>
          </ac:spMkLst>
        </pc:spChg>
        <pc:spChg chg="del">
          <ac:chgData name="Upadhyaya, Pratheek Shankaranarayana" userId="d86132f3-b278-41c2-8c29-98b709d334a7" providerId="ADAL" clId="{DDAB53BA-B032-41C5-92E3-EDD9AFA2ACC7}" dt="2025-10-07T18:15:56.507" v="25" actId="478"/>
          <ac:spMkLst>
            <pc:docMk/>
            <pc:sldMk cId="3006090377" sldId="260"/>
            <ac:spMk id="3" creationId="{7B08AD8A-679A-130E-6565-51AE917727DE}"/>
          </ac:spMkLst>
        </pc:spChg>
        <pc:spChg chg="add mod">
          <ac:chgData name="Upadhyaya, Pratheek Shankaranarayana" userId="d86132f3-b278-41c2-8c29-98b709d334a7" providerId="ADAL" clId="{DDAB53BA-B032-41C5-92E3-EDD9AFA2ACC7}" dt="2025-10-07T18:33:38.834" v="161" actId="14100"/>
          <ac:spMkLst>
            <pc:docMk/>
            <pc:sldMk cId="3006090377" sldId="260"/>
            <ac:spMk id="4" creationId="{7E34E42A-C9BD-1775-7C0C-5E9F9B7B0989}"/>
          </ac:spMkLst>
        </pc:spChg>
        <pc:spChg chg="add del mod">
          <ac:chgData name="Upadhyaya, Pratheek Shankaranarayana" userId="d86132f3-b278-41c2-8c29-98b709d334a7" providerId="ADAL" clId="{DDAB53BA-B032-41C5-92E3-EDD9AFA2ACC7}" dt="2025-10-07T18:29:07.618" v="151" actId="478"/>
          <ac:spMkLst>
            <pc:docMk/>
            <pc:sldMk cId="3006090377" sldId="260"/>
            <ac:spMk id="5" creationId="{88BF0236-9306-B207-E705-C623929A55D0}"/>
          </ac:spMkLst>
        </pc:spChg>
        <pc:spChg chg="del mod">
          <ac:chgData name="Upadhyaya, Pratheek Shankaranarayana" userId="d86132f3-b278-41c2-8c29-98b709d334a7" providerId="ADAL" clId="{DDAB53BA-B032-41C5-92E3-EDD9AFA2ACC7}" dt="2025-10-07T18:29:07.618" v="151" actId="478"/>
          <ac:spMkLst>
            <pc:docMk/>
            <pc:sldMk cId="3006090377" sldId="260"/>
            <ac:spMk id="6" creationId="{94B9E243-69B6-87D8-577D-9CE46D395FCF}"/>
          </ac:spMkLst>
        </pc:spChg>
        <pc:spChg chg="add del mod">
          <ac:chgData name="Upadhyaya, Pratheek Shankaranarayana" userId="d86132f3-b278-41c2-8c29-98b709d334a7" providerId="ADAL" clId="{DDAB53BA-B032-41C5-92E3-EDD9AFA2ACC7}" dt="2025-10-07T18:29:07.618" v="151" actId="478"/>
          <ac:spMkLst>
            <pc:docMk/>
            <pc:sldMk cId="3006090377" sldId="260"/>
            <ac:spMk id="7" creationId="{FBD385ED-FF73-FADB-1A7D-66FEAB5E37DB}"/>
          </ac:spMkLst>
        </pc:spChg>
        <pc:spChg chg="add del mod">
          <ac:chgData name="Upadhyaya, Pratheek Shankaranarayana" userId="d86132f3-b278-41c2-8c29-98b709d334a7" providerId="ADAL" clId="{DDAB53BA-B032-41C5-92E3-EDD9AFA2ACC7}" dt="2025-10-07T18:29:07.618" v="151" actId="478"/>
          <ac:spMkLst>
            <pc:docMk/>
            <pc:sldMk cId="3006090377" sldId="260"/>
            <ac:spMk id="8" creationId="{04C1C9C6-48DC-6898-88B2-FAF7EE269233}"/>
          </ac:spMkLst>
        </pc:spChg>
        <pc:spChg chg="add mod">
          <ac:chgData name="Upadhyaya, Pratheek Shankaranarayana" userId="d86132f3-b278-41c2-8c29-98b709d334a7" providerId="ADAL" clId="{DDAB53BA-B032-41C5-92E3-EDD9AFA2ACC7}" dt="2025-10-07T18:34:10.511" v="166" actId="14100"/>
          <ac:spMkLst>
            <pc:docMk/>
            <pc:sldMk cId="3006090377" sldId="260"/>
            <ac:spMk id="9" creationId="{69F9AD6D-67D1-45F3-7AF7-E08C516CE4C3}"/>
          </ac:spMkLst>
        </pc:spChg>
        <pc:spChg chg="add mod">
          <ac:chgData name="Upadhyaya, Pratheek Shankaranarayana" userId="d86132f3-b278-41c2-8c29-98b709d334a7" providerId="ADAL" clId="{DDAB53BA-B032-41C5-92E3-EDD9AFA2ACC7}" dt="2025-10-07T18:35:20.291" v="248" actId="14100"/>
          <ac:spMkLst>
            <pc:docMk/>
            <pc:sldMk cId="3006090377" sldId="260"/>
            <ac:spMk id="11" creationId="{695006D9-8A50-4009-6ACD-B1EA2EC87D45}"/>
          </ac:spMkLst>
        </pc:spChg>
        <pc:picChg chg="mod">
          <ac:chgData name="Upadhyaya, Pratheek Shankaranarayana" userId="d86132f3-b278-41c2-8c29-98b709d334a7" providerId="ADAL" clId="{DDAB53BA-B032-41C5-92E3-EDD9AFA2ACC7}" dt="2025-10-07T18:33:20.679" v="157" actId="1076"/>
          <ac:picMkLst>
            <pc:docMk/>
            <pc:sldMk cId="3006090377" sldId="260"/>
            <ac:picMk id="10" creationId="{684CAEC2-2AA1-7E40-FA43-ADFFD754F007}"/>
          </ac:picMkLst>
        </pc:picChg>
      </pc:sldChg>
      <pc:sldChg chg="ord">
        <pc:chgData name="Upadhyaya, Pratheek Shankaranarayana" userId="d86132f3-b278-41c2-8c29-98b709d334a7" providerId="ADAL" clId="{DDAB53BA-B032-41C5-92E3-EDD9AFA2ACC7}" dt="2025-10-07T18:28:35.772" v="150"/>
        <pc:sldMkLst>
          <pc:docMk/>
          <pc:sldMk cId="1457785882" sldId="261"/>
        </pc:sldMkLst>
      </pc:sldChg>
      <pc:sldChg chg="addSp delSp modSp mod">
        <pc:chgData name="Upadhyaya, Pratheek Shankaranarayana" userId="d86132f3-b278-41c2-8c29-98b709d334a7" providerId="ADAL" clId="{DDAB53BA-B032-41C5-92E3-EDD9AFA2ACC7}" dt="2025-10-07T19:03:43.136" v="502" actId="207"/>
        <pc:sldMkLst>
          <pc:docMk/>
          <pc:sldMk cId="202739399" sldId="262"/>
        </pc:sldMkLst>
        <pc:spChg chg="mod">
          <ac:chgData name="Upadhyaya, Pratheek Shankaranarayana" userId="d86132f3-b278-41c2-8c29-98b709d334a7" providerId="ADAL" clId="{DDAB53BA-B032-41C5-92E3-EDD9AFA2ACC7}" dt="2025-10-07T18:39:44.249" v="272" actId="20577"/>
          <ac:spMkLst>
            <pc:docMk/>
            <pc:sldMk cId="202739399" sldId="262"/>
            <ac:spMk id="2" creationId="{46C94F5A-34BA-9CA6-53C2-6C4F69C98CE8}"/>
          </ac:spMkLst>
        </pc:spChg>
        <pc:spChg chg="del">
          <ac:chgData name="Upadhyaya, Pratheek Shankaranarayana" userId="d86132f3-b278-41c2-8c29-98b709d334a7" providerId="ADAL" clId="{DDAB53BA-B032-41C5-92E3-EDD9AFA2ACC7}" dt="2025-10-07T18:40:17.057" v="273" actId="478"/>
          <ac:spMkLst>
            <pc:docMk/>
            <pc:sldMk cId="202739399" sldId="262"/>
            <ac:spMk id="3" creationId="{AE8615A9-B34E-2830-81E1-41DE6D0453ED}"/>
          </ac:spMkLst>
        </pc:spChg>
        <pc:spChg chg="add mod">
          <ac:chgData name="Upadhyaya, Pratheek Shankaranarayana" userId="d86132f3-b278-41c2-8c29-98b709d334a7" providerId="ADAL" clId="{DDAB53BA-B032-41C5-92E3-EDD9AFA2ACC7}" dt="2025-10-07T19:00:21.310" v="387" actId="1076"/>
          <ac:spMkLst>
            <pc:docMk/>
            <pc:sldMk cId="202739399" sldId="262"/>
            <ac:spMk id="4" creationId="{51AD2008-5918-804C-CF7C-F9728D4795AB}"/>
          </ac:spMkLst>
        </pc:spChg>
        <pc:spChg chg="add mod">
          <ac:chgData name="Upadhyaya, Pratheek Shankaranarayana" userId="d86132f3-b278-41c2-8c29-98b709d334a7" providerId="ADAL" clId="{DDAB53BA-B032-41C5-92E3-EDD9AFA2ACC7}" dt="2025-10-07T19:03:43.136" v="502" actId="207"/>
          <ac:spMkLst>
            <pc:docMk/>
            <pc:sldMk cId="202739399" sldId="262"/>
            <ac:spMk id="5" creationId="{0CC3E125-1A62-C663-A184-DD3802489548}"/>
          </ac:spMkLst>
        </pc:spChg>
      </pc:sldChg>
      <pc:sldChg chg="addSp delSp modSp new mod">
        <pc:chgData name="Upadhyaya, Pratheek Shankaranarayana" userId="d86132f3-b278-41c2-8c29-98b709d334a7" providerId="ADAL" clId="{DDAB53BA-B032-41C5-92E3-EDD9AFA2ACC7}" dt="2025-10-07T19:01:50.729" v="388" actId="2711"/>
        <pc:sldMkLst>
          <pc:docMk/>
          <pc:sldMk cId="4087295553" sldId="263"/>
        </pc:sldMkLst>
        <pc:spChg chg="mod">
          <ac:chgData name="Upadhyaya, Pratheek Shankaranarayana" userId="d86132f3-b278-41c2-8c29-98b709d334a7" providerId="ADAL" clId="{DDAB53BA-B032-41C5-92E3-EDD9AFA2ACC7}" dt="2025-10-07T19:01:50.729" v="388" actId="2711"/>
          <ac:spMkLst>
            <pc:docMk/>
            <pc:sldMk cId="4087295553" sldId="263"/>
            <ac:spMk id="2" creationId="{05C948EA-B61E-6909-8326-15E0F84B7676}"/>
          </ac:spMkLst>
        </pc:spChg>
        <pc:spChg chg="del">
          <ac:chgData name="Upadhyaya, Pratheek Shankaranarayana" userId="d86132f3-b278-41c2-8c29-98b709d334a7" providerId="ADAL" clId="{DDAB53BA-B032-41C5-92E3-EDD9AFA2ACC7}" dt="2025-10-07T18:54:14.595" v="329" actId="478"/>
          <ac:spMkLst>
            <pc:docMk/>
            <pc:sldMk cId="4087295553" sldId="263"/>
            <ac:spMk id="3" creationId="{D732863C-F045-EAE0-D96A-3BD3551B3051}"/>
          </ac:spMkLst>
        </pc:spChg>
        <pc:spChg chg="add mod">
          <ac:chgData name="Upadhyaya, Pratheek Shankaranarayana" userId="d86132f3-b278-41c2-8c29-98b709d334a7" providerId="ADAL" clId="{DDAB53BA-B032-41C5-92E3-EDD9AFA2ACC7}" dt="2025-10-07T18:55:20.201" v="378" actId="1076"/>
          <ac:spMkLst>
            <pc:docMk/>
            <pc:sldMk cId="4087295553" sldId="263"/>
            <ac:spMk id="4" creationId="{05572BE9-1C29-E484-1A7B-170A86F3E694}"/>
          </ac:spMkLst>
        </pc:spChg>
        <pc:spChg chg="add mod">
          <ac:chgData name="Upadhyaya, Pratheek Shankaranarayana" userId="d86132f3-b278-41c2-8c29-98b709d334a7" providerId="ADAL" clId="{DDAB53BA-B032-41C5-92E3-EDD9AFA2ACC7}" dt="2025-10-07T18:57:06.350" v="384" actId="14100"/>
          <ac:spMkLst>
            <pc:docMk/>
            <pc:sldMk cId="4087295553" sldId="263"/>
            <ac:spMk id="5" creationId="{CBAA5FBB-5C78-C47F-D6B5-63D60AF3403B}"/>
          </ac:spMkLst>
        </pc:spChg>
      </pc:sldChg>
      <pc:sldChg chg="addSp delSp modSp new mod setBg">
        <pc:chgData name="Upadhyaya, Pratheek Shankaranarayana" userId="d86132f3-b278-41c2-8c29-98b709d334a7" providerId="ADAL" clId="{DDAB53BA-B032-41C5-92E3-EDD9AFA2ACC7}" dt="2025-10-07T19:07:17.771" v="661" actId="2711"/>
        <pc:sldMkLst>
          <pc:docMk/>
          <pc:sldMk cId="1767709005" sldId="264"/>
        </pc:sldMkLst>
        <pc:spChg chg="mod">
          <ac:chgData name="Upadhyaya, Pratheek Shankaranarayana" userId="d86132f3-b278-41c2-8c29-98b709d334a7" providerId="ADAL" clId="{DDAB53BA-B032-41C5-92E3-EDD9AFA2ACC7}" dt="2025-10-07T19:07:17.771" v="661" actId="2711"/>
          <ac:spMkLst>
            <pc:docMk/>
            <pc:sldMk cId="1767709005" sldId="264"/>
            <ac:spMk id="2" creationId="{8291EE08-C270-AC44-C815-85FB3C536DEF}"/>
          </ac:spMkLst>
        </pc:spChg>
        <pc:spChg chg="del mod">
          <ac:chgData name="Upadhyaya, Pratheek Shankaranarayana" userId="d86132f3-b278-41c2-8c29-98b709d334a7" providerId="ADAL" clId="{DDAB53BA-B032-41C5-92E3-EDD9AFA2ACC7}" dt="2025-10-07T19:02:47.582" v="427" actId="26606"/>
          <ac:spMkLst>
            <pc:docMk/>
            <pc:sldMk cId="1767709005" sldId="264"/>
            <ac:spMk id="3" creationId="{9D5FB45A-E037-5C75-3825-61F3E85CDC20}"/>
          </ac:spMkLst>
        </pc:spChg>
        <pc:spChg chg="add mod">
          <ac:chgData name="Upadhyaya, Pratheek Shankaranarayana" userId="d86132f3-b278-41c2-8c29-98b709d334a7" providerId="ADAL" clId="{DDAB53BA-B032-41C5-92E3-EDD9AFA2ACC7}" dt="2025-10-07T19:04:12.638" v="551" actId="20577"/>
          <ac:spMkLst>
            <pc:docMk/>
            <pc:sldMk cId="1767709005" sldId="264"/>
            <ac:spMk id="6" creationId="{AF0430FD-15B3-1E85-18C3-E44055F0F854}"/>
          </ac:spMkLst>
        </pc:spChg>
        <pc:spChg chg="add mod">
          <ac:chgData name="Upadhyaya, Pratheek Shankaranarayana" userId="d86132f3-b278-41c2-8c29-98b709d334a7" providerId="ADAL" clId="{DDAB53BA-B032-41C5-92E3-EDD9AFA2ACC7}" dt="2025-10-07T19:05:12.087" v="593" actId="1076"/>
          <ac:spMkLst>
            <pc:docMk/>
            <pc:sldMk cId="1767709005" sldId="264"/>
            <ac:spMk id="7" creationId="{D3BA6BD5-1723-F65D-D866-342C0BE83E2C}"/>
          </ac:spMkLst>
        </pc:spChg>
        <pc:spChg chg="add del">
          <ac:chgData name="Upadhyaya, Pratheek Shankaranarayana" userId="d86132f3-b278-41c2-8c29-98b709d334a7" providerId="ADAL" clId="{DDAB53BA-B032-41C5-92E3-EDD9AFA2ACC7}" dt="2025-10-07T19:02:47.580" v="426" actId="26606"/>
          <ac:spMkLst>
            <pc:docMk/>
            <pc:sldMk cId="1767709005" sldId="264"/>
            <ac:spMk id="10" creationId="{2B97F24A-32CE-4C1C-A50D-3016B394DCFB}"/>
          </ac:spMkLst>
        </pc:spChg>
        <pc:spChg chg="add del">
          <ac:chgData name="Upadhyaya, Pratheek Shankaranarayana" userId="d86132f3-b278-41c2-8c29-98b709d334a7" providerId="ADAL" clId="{DDAB53BA-B032-41C5-92E3-EDD9AFA2ACC7}" dt="2025-10-07T19:02:47.580" v="426" actId="26606"/>
          <ac:spMkLst>
            <pc:docMk/>
            <pc:sldMk cId="1767709005" sldId="264"/>
            <ac:spMk id="12" creationId="{CD8B4F24-440B-49E9-B85D-733523DC064B}"/>
          </ac:spMkLst>
        </pc:spChg>
        <pc:spChg chg="add">
          <ac:chgData name="Upadhyaya, Pratheek Shankaranarayana" userId="d86132f3-b278-41c2-8c29-98b709d334a7" providerId="ADAL" clId="{DDAB53BA-B032-41C5-92E3-EDD9AFA2ACC7}" dt="2025-10-07T19:02:47.582" v="427" actId="26606"/>
          <ac:spMkLst>
            <pc:docMk/>
            <pc:sldMk cId="1767709005" sldId="264"/>
            <ac:spMk id="14" creationId="{D4771268-CB57-404A-9271-370EB28F6090}"/>
          </ac:spMkLst>
        </pc:spChg>
        <pc:picChg chg="add mod">
          <ac:chgData name="Upadhyaya, Pratheek Shankaranarayana" userId="d86132f3-b278-41c2-8c29-98b709d334a7" providerId="ADAL" clId="{DDAB53BA-B032-41C5-92E3-EDD9AFA2ACC7}" dt="2025-10-07T19:02:51.458" v="428" actId="14100"/>
          <ac:picMkLst>
            <pc:docMk/>
            <pc:sldMk cId="1767709005" sldId="264"/>
            <ac:picMk id="5" creationId="{0076612A-2ACB-B4FD-68BE-B45344953293}"/>
          </ac:picMkLst>
        </pc:picChg>
      </pc:sldChg>
      <pc:sldChg chg="addSp delSp modSp new mod setBg">
        <pc:chgData name="Upadhyaya, Pratheek Shankaranarayana" userId="d86132f3-b278-41c2-8c29-98b709d334a7" providerId="ADAL" clId="{DDAB53BA-B032-41C5-92E3-EDD9AFA2ACC7}" dt="2025-10-07T19:07:12.906" v="660" actId="2711"/>
        <pc:sldMkLst>
          <pc:docMk/>
          <pc:sldMk cId="1975855222" sldId="265"/>
        </pc:sldMkLst>
        <pc:spChg chg="mod">
          <ac:chgData name="Upadhyaya, Pratheek Shankaranarayana" userId="d86132f3-b278-41c2-8c29-98b709d334a7" providerId="ADAL" clId="{DDAB53BA-B032-41C5-92E3-EDD9AFA2ACC7}" dt="2025-10-07T19:07:12.906" v="660" actId="2711"/>
          <ac:spMkLst>
            <pc:docMk/>
            <pc:sldMk cId="1975855222" sldId="265"/>
            <ac:spMk id="2" creationId="{2152B7E4-5DAF-043A-C77A-A5B13852C5D0}"/>
          </ac:spMkLst>
        </pc:spChg>
        <pc:spChg chg="del">
          <ac:chgData name="Upadhyaya, Pratheek Shankaranarayana" userId="d86132f3-b278-41c2-8c29-98b709d334a7" providerId="ADAL" clId="{DDAB53BA-B032-41C5-92E3-EDD9AFA2ACC7}" dt="2025-10-07T19:06:17.310" v="629" actId="22"/>
          <ac:spMkLst>
            <pc:docMk/>
            <pc:sldMk cId="1975855222" sldId="265"/>
            <ac:spMk id="3" creationId="{9606A633-9A91-C520-0FFA-20A339B8D974}"/>
          </ac:spMkLst>
        </pc:spChg>
        <pc:spChg chg="add mod">
          <ac:chgData name="Upadhyaya, Pratheek Shankaranarayana" userId="d86132f3-b278-41c2-8c29-98b709d334a7" providerId="ADAL" clId="{DDAB53BA-B032-41C5-92E3-EDD9AFA2ACC7}" dt="2025-10-07T19:06:50.461" v="655" actId="20577"/>
          <ac:spMkLst>
            <pc:docMk/>
            <pc:sldMk cId="1975855222" sldId="265"/>
            <ac:spMk id="6" creationId="{B41252A7-48EB-0503-79EF-BD31AC1C0109}"/>
          </ac:spMkLst>
        </pc:spChg>
        <pc:spChg chg="add">
          <ac:chgData name="Upadhyaya, Pratheek Shankaranarayana" userId="d86132f3-b278-41c2-8c29-98b709d334a7" providerId="ADAL" clId="{DDAB53BA-B032-41C5-92E3-EDD9AFA2ACC7}" dt="2025-10-07T19:06:24.728" v="630" actId="26606"/>
          <ac:spMkLst>
            <pc:docMk/>
            <pc:sldMk cId="1975855222" sldId="265"/>
            <ac:spMk id="10" creationId="{3C54F4CE-85F0-46ED-80DA-9518C9251AD1}"/>
          </ac:spMkLst>
        </pc:spChg>
        <pc:spChg chg="add">
          <ac:chgData name="Upadhyaya, Pratheek Shankaranarayana" userId="d86132f3-b278-41c2-8c29-98b709d334a7" providerId="ADAL" clId="{DDAB53BA-B032-41C5-92E3-EDD9AFA2ACC7}" dt="2025-10-07T19:06:24.728" v="630" actId="26606"/>
          <ac:spMkLst>
            <pc:docMk/>
            <pc:sldMk cId="1975855222" sldId="265"/>
            <ac:spMk id="12" creationId="{DADD1FCA-8ACB-4958-81DD-4CDD6D3E1921}"/>
          </ac:spMkLst>
        </pc:spChg>
        <pc:picChg chg="add mod ord">
          <ac:chgData name="Upadhyaya, Pratheek Shankaranarayana" userId="d86132f3-b278-41c2-8c29-98b709d334a7" providerId="ADAL" clId="{DDAB53BA-B032-41C5-92E3-EDD9AFA2ACC7}" dt="2025-10-07T19:07:07.436" v="659" actId="1076"/>
          <ac:picMkLst>
            <pc:docMk/>
            <pc:sldMk cId="1975855222" sldId="265"/>
            <ac:picMk id="5" creationId="{E11FC8D6-219A-C11F-4FFA-36D2C15EF559}"/>
          </ac:picMkLst>
        </pc:picChg>
      </pc:sldChg>
      <pc:sldChg chg="modSp new mod">
        <pc:chgData name="Upadhyaya, Pratheek Shankaranarayana" userId="d86132f3-b278-41c2-8c29-98b709d334a7" providerId="ADAL" clId="{DDAB53BA-B032-41C5-92E3-EDD9AFA2ACC7}" dt="2025-10-07T19:16:14.902" v="804" actId="6549"/>
        <pc:sldMkLst>
          <pc:docMk/>
          <pc:sldMk cId="2256813456" sldId="266"/>
        </pc:sldMkLst>
        <pc:spChg chg="mod">
          <ac:chgData name="Upadhyaya, Pratheek Shankaranarayana" userId="d86132f3-b278-41c2-8c29-98b709d334a7" providerId="ADAL" clId="{DDAB53BA-B032-41C5-92E3-EDD9AFA2ACC7}" dt="2025-10-07T19:11:32.311" v="726" actId="1076"/>
          <ac:spMkLst>
            <pc:docMk/>
            <pc:sldMk cId="2256813456" sldId="266"/>
            <ac:spMk id="2" creationId="{8F50B841-9E57-1FE7-20FB-27A393A0DF39}"/>
          </ac:spMkLst>
        </pc:spChg>
        <pc:spChg chg="mod">
          <ac:chgData name="Upadhyaya, Pratheek Shankaranarayana" userId="d86132f3-b278-41c2-8c29-98b709d334a7" providerId="ADAL" clId="{DDAB53BA-B032-41C5-92E3-EDD9AFA2ACC7}" dt="2025-10-07T19:16:14.902" v="804" actId="6549"/>
          <ac:spMkLst>
            <pc:docMk/>
            <pc:sldMk cId="2256813456" sldId="266"/>
            <ac:spMk id="3" creationId="{A2D27E15-FCDF-D3E5-96E2-88320C102644}"/>
          </ac:spMkLst>
        </pc:spChg>
        <pc:picChg chg="mod">
          <ac:chgData name="Upadhyaya, Pratheek Shankaranarayana" userId="d86132f3-b278-41c2-8c29-98b709d334a7" providerId="ADAL" clId="{DDAB53BA-B032-41C5-92E3-EDD9AFA2ACC7}" dt="2025-10-07T19:13:04.905" v="771" actId="1076"/>
          <ac:picMkLst>
            <pc:docMk/>
            <pc:sldMk cId="2256813456" sldId="266"/>
            <ac:picMk id="5" creationId="{684AF807-D2FD-6697-0199-874CEF9DCC2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4661F-5338-7588-184D-84E07D1DC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4479E1-5C33-87C2-7CB7-7B26874376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EEF21-B36E-0F0A-E373-0935078D7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6D2E1-A075-4744-8FC2-314106070B0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FBAF17-09BA-DC52-3D62-77F0D9A02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7BE35-EAD9-C0F9-98A3-F999E5572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8254-D709-4C3D-8FB0-93D86BBB4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04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0EA30-974C-E990-00A0-226ABE2B8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A4928-1EAD-A16C-7DAB-C5DB2431C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1DC3A-3C1C-A520-0F42-3BE9F43F9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6D2E1-A075-4744-8FC2-314106070B0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2A8AD-F207-5035-A4F7-2C10154A2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7F4C1-FB5A-CBF4-2EEC-FC529AE12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8254-D709-4C3D-8FB0-93D86BBB4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555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A47A5-513C-A46B-0A5D-54A3698AA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60464-B049-52AD-022E-4AFA815A8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4C3A-6CAB-D15C-4B8E-4F56AA4A0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6D2E1-A075-4744-8FC2-314106070B0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E5FD2-7A9A-FB2F-6A43-55F56E9B7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9F41D-4A93-F8D4-195E-8E95D0C8E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8254-D709-4C3D-8FB0-93D86BBB4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923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57F44-F380-EDBD-2E23-DF76884BE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5DE74-66B6-80E9-6327-6754621300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4C8D7-CE61-8BF9-80B2-97D108874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7031B3-E159-040A-D0FD-A75E1AE4A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6D2E1-A075-4744-8FC2-314106070B0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2CDBA-91B7-C608-1B42-9508F2E28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DCEE2-E753-4EE4-AC40-427C35B21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8254-D709-4C3D-8FB0-93D86BBB4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7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E394E-ACEC-A0D8-B0B0-8CF7E6D56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4449D-02CA-C35C-2443-5E24FC2C5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FCE5E2-F1FF-4693-EED1-5AC499F626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AFE5FE-F30B-222C-AAB0-3D15F78AB8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B3882A-FA44-B5EF-DBBF-4690423034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67F45C-CFC5-3685-8BB5-C54ADFF0C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6D2E1-A075-4744-8FC2-314106070B0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E9DC70-E759-2544-8E50-919D5381B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C22168-CB0E-20DF-D172-32292BB54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8254-D709-4C3D-8FB0-93D86BBB4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582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70CEE-1F21-BC70-36D1-B117FC26F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CD61A9-0738-01AA-35A4-04DF437F2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6D2E1-A075-4744-8FC2-314106070B0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C7DDBA-1010-90EA-57BB-E9DE57AF1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36BD41-F5F4-6A7C-10B7-E7AA416EC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8254-D709-4C3D-8FB0-93D86BBB4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8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21F11A-4A33-E4F9-5469-EEF81F65E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6D2E1-A075-4744-8FC2-314106070B0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BB7AC5-0B4C-B837-EC61-391223457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FD8CA-353C-BCD8-9170-0E9C8B7CF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8254-D709-4C3D-8FB0-93D86BBB4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228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687AC-E948-9037-0C79-7ADEF40EF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72DBD-1CCC-0678-0010-E8EC22605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4F5283-A14B-CC82-D9B1-0C9B35C27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039A8-C6AE-030F-B957-FB07DAA26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6D2E1-A075-4744-8FC2-314106070B0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913F82-5F04-238C-C7D2-E130FBCC6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26C90F-94C3-9136-2BB3-80196A5DB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8254-D709-4C3D-8FB0-93D86BBB4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2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D377A-5D86-A899-BB4D-C15365742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4ACF70-E8DD-3EE8-6511-4D82957FF9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E5428E-80E9-FD61-10F2-7560789E3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FDCA6B-9F67-044C-5457-9281E6D7E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6D2E1-A075-4744-8FC2-314106070B0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ADC93-7027-6754-E84B-5D8144C20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B5EDF-4E4D-250A-BC32-F4816D5F7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8254-D709-4C3D-8FB0-93D86BBB4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412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18AC3-03D3-4ADA-5334-0A63CCF3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1BEB0E-D4B4-4FC9-4B47-9B12A822B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8960E-B267-76FA-BE12-C6C13096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6D2E1-A075-4744-8FC2-314106070B0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00DEC-FFF7-D0E7-0BA1-FE8F7D7CB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53648-F5E4-0595-FAF6-67C0985BF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8254-D709-4C3D-8FB0-93D86BBB4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70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F9F8CA-32D2-B582-D86F-CE803D8A62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67ADA-31B5-6278-93E1-AB5FDB311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77602-E077-C237-CBA0-9CAB4D55F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6D2E1-A075-4744-8FC2-314106070B0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18DCF-01BD-D1FD-1C2C-D47882266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216C2-1910-DF49-7E5B-22912A30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8254-D709-4C3D-8FB0-93D86BBB4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6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0AC2A2-4310-AED0-659A-90EF2F68F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D7512-5D47-EC65-F2C7-4286BB7F3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E6E17-6B2A-0D57-AAEE-C5FCB78F5B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6D2E1-A075-4744-8FC2-314106070B0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EC054-A6C0-18C0-70BD-C2520A19D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B2524-F010-B761-3DD5-6CB0F7426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A28254-D709-4C3D-8FB0-93D86BBB4C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90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3E3DBC-01E7-DFF0-FC2E-0724DD5A1D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 dirty="0">
                <a:latin typeface="Abadi" panose="020B0604020104020204" pitchFamily="34" charset="0"/>
              </a:rPr>
              <a:t>OAI: Run CN, RAN and UE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9131B-58DF-2899-9F19-32DE54238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Abadi" panose="020B0604020104020204" pitchFamily="34" charset="0"/>
              </a:rPr>
              <a:t>ECE 5984: 5G-Advanced, O-RAN &amp; 6G </a:t>
            </a:r>
          </a:p>
          <a:p>
            <a:pPr algn="l"/>
            <a:r>
              <a:rPr lang="en-US" dirty="0">
                <a:latin typeface="Abadi" panose="020B0604020104020204" pitchFamily="34" charset="0"/>
              </a:rPr>
              <a:t>Virginia Tech</a:t>
            </a:r>
          </a:p>
          <a:p>
            <a:pPr algn="l"/>
            <a:endParaRPr lang="en-US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232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B6D66-2E5D-2C5A-1861-54C73DD9B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987" y="231416"/>
            <a:ext cx="10515600" cy="1325563"/>
          </a:xfrm>
        </p:spPr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Run Core Network – Terminal 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E7ABE-BDDF-F25B-DAA6-855A680CB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987" y="1466262"/>
            <a:ext cx="10058400" cy="10193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cd ~/oai-cn5g</a:t>
            </a:r>
          </a:p>
          <a:p>
            <a:pPr marL="0" indent="0">
              <a:buNone/>
            </a:pPr>
            <a:r>
              <a:rPr lang="en-US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docker compose up –d</a:t>
            </a:r>
            <a:endParaRPr lang="nb-NO" sz="1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247E5C-6780-A095-1E11-EC9FFF2F3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73" y="2893889"/>
            <a:ext cx="6617710" cy="295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63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7EFCC-2252-EED7-718C-A0B23612C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232" y="266802"/>
            <a:ext cx="10515600" cy="1325563"/>
          </a:xfrm>
        </p:spPr>
        <p:txBody>
          <a:bodyPr/>
          <a:lstStyle/>
          <a:p>
            <a:r>
              <a:rPr lang="en-US">
                <a:latin typeface="Abadi" panose="020B0604020104020204" pitchFamily="34" charset="0"/>
              </a:rPr>
              <a:t>Check if all CN containers are healthy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424E78-BA4C-4758-2FDB-12C989366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987" y="1466262"/>
            <a:ext cx="10058400" cy="8443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indent="0">
              <a:buNone/>
            </a:pP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docker </a:t>
            </a:r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ps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-a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122F6E-8471-0C39-D6E5-2E1D9B769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2791825"/>
            <a:ext cx="11756572" cy="322717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991E4B8-10CC-CD1C-6932-F16B148FE59A}"/>
              </a:ext>
            </a:extLst>
          </p:cNvPr>
          <p:cNvSpPr/>
          <p:nvPr/>
        </p:nvSpPr>
        <p:spPr>
          <a:xfrm>
            <a:off x="7365442" y="2622620"/>
            <a:ext cx="1969477" cy="354706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llout: Bent Line 7">
            <a:extLst>
              <a:ext uri="{FF2B5EF4-FFF2-40B4-BE49-F238E27FC236}">
                <a16:creationId xmlns:a16="http://schemas.microsoft.com/office/drawing/2014/main" id="{9C1752AD-13B0-85F7-8962-47B66934F458}"/>
              </a:ext>
            </a:extLst>
          </p:cNvPr>
          <p:cNvSpPr/>
          <p:nvPr/>
        </p:nvSpPr>
        <p:spPr>
          <a:xfrm>
            <a:off x="2977672" y="6240382"/>
            <a:ext cx="3344470" cy="475050"/>
          </a:xfrm>
          <a:prstGeom prst="borderCallout2">
            <a:avLst>
              <a:gd name="adj1" fmla="val 44428"/>
              <a:gd name="adj2" fmla="val 105715"/>
              <a:gd name="adj3" fmla="val 42824"/>
              <a:gd name="adj4" fmla="val 129803"/>
              <a:gd name="adj5" fmla="val -33544"/>
              <a:gd name="adj6" fmla="val 134501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All containers should be “healthy”</a:t>
            </a:r>
          </a:p>
        </p:txBody>
      </p:sp>
    </p:spTree>
    <p:extLst>
      <p:ext uri="{BB962C8B-B14F-4D97-AF65-F5344CB8AC3E}">
        <p14:creationId xmlns:p14="http://schemas.microsoft.com/office/powerpoint/2010/main" val="2475651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42C63-AE5E-F7D5-E976-BA53BD08E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69107-19C2-F069-B8FF-1E86AAC57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badi" panose="020B0604020104020204" pitchFamily="34" charset="0"/>
              </a:rPr>
              <a:t>Run </a:t>
            </a:r>
            <a:r>
              <a:rPr lang="en-US" err="1">
                <a:latin typeface="Abadi" panose="020B0604020104020204" pitchFamily="34" charset="0"/>
              </a:rPr>
              <a:t>gNB</a:t>
            </a:r>
            <a:r>
              <a:rPr lang="en-US">
                <a:latin typeface="Abadi" panose="020B0604020104020204" pitchFamily="34" charset="0"/>
              </a:rPr>
              <a:t> – Terminal 2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C04457E-66FE-7054-6BDB-7619A87A4414}"/>
              </a:ext>
            </a:extLst>
          </p:cNvPr>
          <p:cNvSpPr/>
          <p:nvPr/>
        </p:nvSpPr>
        <p:spPr>
          <a:xfrm>
            <a:off x="592305" y="2011845"/>
            <a:ext cx="10158484" cy="7488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wsl</a:t>
            </a: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–d Ubuntu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6F92685-F145-B517-7366-B31472708FE2}"/>
              </a:ext>
            </a:extLst>
          </p:cNvPr>
          <p:cNvSpPr txBox="1">
            <a:spLocks/>
          </p:cNvSpPr>
          <p:nvPr/>
        </p:nvSpPr>
        <p:spPr>
          <a:xfrm>
            <a:off x="388445" y="1435140"/>
            <a:ext cx="11592090" cy="1011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badi" panose="020B0604020104020204" pitchFamily="34" charset="0"/>
              </a:rPr>
              <a:t>To open a new ubuntu session terminal – open a new PowerShell terminal and type,</a:t>
            </a:r>
          </a:p>
          <a:p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D249AB3-F606-EBB7-5DDD-51AAA72C9BD5}"/>
              </a:ext>
            </a:extLst>
          </p:cNvPr>
          <p:cNvSpPr txBox="1">
            <a:spLocks/>
          </p:cNvSpPr>
          <p:nvPr/>
        </p:nvSpPr>
        <p:spPr>
          <a:xfrm>
            <a:off x="388445" y="2931110"/>
            <a:ext cx="11592090" cy="585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badi" panose="020B0604020104020204" pitchFamily="34" charset="0"/>
              </a:rPr>
              <a:t>Edit the </a:t>
            </a:r>
            <a:r>
              <a:rPr lang="en-US" dirty="0" err="1">
                <a:latin typeface="Abadi" panose="020B0604020104020204" pitchFamily="34" charset="0"/>
              </a:rPr>
              <a:t>gNB</a:t>
            </a:r>
            <a:r>
              <a:rPr lang="en-US" dirty="0">
                <a:latin typeface="Abadi" panose="020B0604020104020204" pitchFamily="34" charset="0"/>
              </a:rPr>
              <a:t> configuration file to disable E2 agent (for now since we haven’t installed </a:t>
            </a:r>
            <a:r>
              <a:rPr lang="en-US" dirty="0" err="1">
                <a:latin typeface="Abadi" panose="020B0604020104020204" pitchFamily="34" charset="0"/>
              </a:rPr>
              <a:t>flexRIC</a:t>
            </a:r>
            <a:r>
              <a:rPr lang="en-US" dirty="0">
                <a:latin typeface="Abadi" panose="020B0604020104020204" pitchFamily="34" charset="0"/>
              </a:rPr>
              <a:t> yet).</a:t>
            </a:r>
          </a:p>
          <a:p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83E0921-AC97-A40F-B77C-90E6DD6D8665}"/>
              </a:ext>
            </a:extLst>
          </p:cNvPr>
          <p:cNvSpPr/>
          <p:nvPr/>
        </p:nvSpPr>
        <p:spPr>
          <a:xfrm>
            <a:off x="592305" y="3516172"/>
            <a:ext cx="10158484" cy="9897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cd ~/openairinterface5g/targets/PROJECTS/GENERIC-NR-5GC/CONF/</a:t>
            </a:r>
            <a:b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140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vim gnb.sa.band78.fr1.106PRB.usrpb210.conf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85C51B-6B2B-6D0F-07C2-B098ABBBD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305" y="5004452"/>
            <a:ext cx="6345139" cy="1347186"/>
          </a:xfrm>
          <a:prstGeom prst="rect">
            <a:avLst/>
          </a:prstGeom>
        </p:spPr>
      </p:pic>
      <p:sp>
        <p:nvSpPr>
          <p:cNvPr id="12" name="Callout: Bent Line 11">
            <a:extLst>
              <a:ext uri="{FF2B5EF4-FFF2-40B4-BE49-F238E27FC236}">
                <a16:creationId xmlns:a16="http://schemas.microsoft.com/office/drawing/2014/main" id="{1B38CF05-F160-EB88-67F9-C7B3D7428437}"/>
              </a:ext>
            </a:extLst>
          </p:cNvPr>
          <p:cNvSpPr/>
          <p:nvPr/>
        </p:nvSpPr>
        <p:spPr>
          <a:xfrm>
            <a:off x="7406319" y="5422859"/>
            <a:ext cx="3344470" cy="1070015"/>
          </a:xfrm>
          <a:prstGeom prst="borderCallout2">
            <a:avLst>
              <a:gd name="adj1" fmla="val 54777"/>
              <a:gd name="adj2" fmla="val -3942"/>
              <a:gd name="adj3" fmla="val 6202"/>
              <a:gd name="adj4" fmla="val -4255"/>
              <a:gd name="adj5" fmla="val 5040"/>
              <a:gd name="adj6" fmla="val -24546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Comment out these lines at the end of the file as shown</a:t>
            </a:r>
          </a:p>
        </p:txBody>
      </p:sp>
    </p:spTree>
    <p:extLst>
      <p:ext uri="{BB962C8B-B14F-4D97-AF65-F5344CB8AC3E}">
        <p14:creationId xmlns:p14="http://schemas.microsoft.com/office/powerpoint/2010/main" val="1457785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8A1B4-D650-2B02-F38D-C833BB4EA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badi" panose="020B0604020104020204" pitchFamily="34" charset="0"/>
              </a:rPr>
              <a:t>Run gNB – Terminal 2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34E42A-C9BD-1775-7C0C-5E9F9B7B0989}"/>
              </a:ext>
            </a:extLst>
          </p:cNvPr>
          <p:cNvSpPr/>
          <p:nvPr/>
        </p:nvSpPr>
        <p:spPr>
          <a:xfrm>
            <a:off x="148821" y="1991067"/>
            <a:ext cx="5223279" cy="30647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cd ~/openairinterface5g/</a:t>
            </a:r>
            <a:r>
              <a:rPr lang="en-US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cmake_targets</a:t>
            </a:r>
            <a:r>
              <a:rPr lang="en-US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</a:t>
            </a:r>
            <a:r>
              <a:rPr lang="en-US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ran_build</a:t>
            </a:r>
            <a:r>
              <a:rPr lang="en-US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/build</a:t>
            </a:r>
          </a:p>
          <a:p>
            <a:endParaRPr lang="en-US" sz="1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sudo</a:t>
            </a:r>
            <a:r>
              <a:rPr lang="en-US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./nr-</a:t>
            </a:r>
            <a:r>
              <a:rPr lang="en-US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softmodem</a:t>
            </a:r>
            <a:r>
              <a:rPr lang="en-US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-O ../../../targets/PROJECTS/GENERIC-NR-5GC/CONF/gnb.sa.band78.fr1.106PRB.usrpb210.conf --</a:t>
            </a:r>
            <a:r>
              <a:rPr lang="en-US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gNBs</a:t>
            </a:r>
            <a:r>
              <a:rPr lang="en-US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.[0].</a:t>
            </a:r>
            <a:r>
              <a:rPr lang="en-US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min_rxtxtime</a:t>
            </a:r>
            <a:r>
              <a:rPr lang="en-US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6 --</a:t>
            </a:r>
            <a:r>
              <a:rPr lang="en-US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rfsim</a:t>
            </a:r>
            <a:endParaRPr lang="en-US" sz="1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4CAEC2-2AA1-7E40-FA43-ADFFD754F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007" y="1690688"/>
            <a:ext cx="6444742" cy="366550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9F9AD6D-67D1-45F3-7AF7-E08C516CE4C3}"/>
              </a:ext>
            </a:extLst>
          </p:cNvPr>
          <p:cNvSpPr/>
          <p:nvPr/>
        </p:nvSpPr>
        <p:spPr>
          <a:xfrm>
            <a:off x="5502007" y="2943224"/>
            <a:ext cx="5594617" cy="22240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allout: Bent Line 10">
            <a:extLst>
              <a:ext uri="{FF2B5EF4-FFF2-40B4-BE49-F238E27FC236}">
                <a16:creationId xmlns:a16="http://schemas.microsoft.com/office/drawing/2014/main" id="{695006D9-8A50-4009-6ACD-B1EA2EC87D45}"/>
              </a:ext>
            </a:extLst>
          </p:cNvPr>
          <p:cNvSpPr/>
          <p:nvPr/>
        </p:nvSpPr>
        <p:spPr>
          <a:xfrm>
            <a:off x="3025296" y="5833296"/>
            <a:ext cx="3451703" cy="848456"/>
          </a:xfrm>
          <a:prstGeom prst="borderCallout2">
            <a:avLst>
              <a:gd name="adj1" fmla="val 44428"/>
              <a:gd name="adj2" fmla="val 105715"/>
              <a:gd name="adj3" fmla="val 42824"/>
              <a:gd name="adj4" fmla="val 129803"/>
              <a:gd name="adj5" fmla="val -137807"/>
              <a:gd name="adj6" fmla="val 137634"/>
            </a:avLst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gNB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configuration – Look for CSI-RS, SRS settings, MIB, DL/UL freq.</a:t>
            </a:r>
          </a:p>
        </p:txBody>
      </p:sp>
    </p:spTree>
    <p:extLst>
      <p:ext uri="{BB962C8B-B14F-4D97-AF65-F5344CB8AC3E}">
        <p14:creationId xmlns:p14="http://schemas.microsoft.com/office/powerpoint/2010/main" val="3006090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948EA-B61E-6909-8326-15E0F84B7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Check AMF logs in Core Network Terminal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572BE9-1C29-E484-1A7B-170A86F3E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450" y="1551987"/>
            <a:ext cx="10058400" cy="6673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docker logs oai-amf -f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D5B3DF-9D26-77DA-B1B6-C006F5858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16307"/>
            <a:ext cx="10160355" cy="406584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BAA5FBB-5C78-C47F-D6B5-63D60AF3403B}"/>
              </a:ext>
            </a:extLst>
          </p:cNvPr>
          <p:cNvSpPr/>
          <p:nvPr/>
        </p:nvSpPr>
        <p:spPr>
          <a:xfrm>
            <a:off x="701407" y="5129785"/>
            <a:ext cx="10426841" cy="6858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295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94F5A-34BA-9CA6-53C2-6C4F69C98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Run the UE – Terminal 3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1AD2008-5918-804C-CF7C-F9728D4795AB}"/>
              </a:ext>
            </a:extLst>
          </p:cNvPr>
          <p:cNvSpPr/>
          <p:nvPr/>
        </p:nvSpPr>
        <p:spPr>
          <a:xfrm>
            <a:off x="486484" y="2718148"/>
            <a:ext cx="3826872" cy="24592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cd ~/openairinterface5g/</a:t>
            </a:r>
            <a:r>
              <a:rPr lang="en-US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cmake_targets</a:t>
            </a:r>
            <a:r>
              <a:rPr lang="en-US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</a:t>
            </a:r>
            <a:r>
              <a:rPr lang="en-US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ran_build</a:t>
            </a:r>
            <a:r>
              <a:rPr lang="en-US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/build</a:t>
            </a:r>
            <a:br>
              <a:rPr lang="en-US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</a:br>
            <a:endParaRPr lang="en-US" sz="1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sudo</a:t>
            </a:r>
            <a:r>
              <a:rPr lang="en-US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./nr-</a:t>
            </a:r>
            <a:r>
              <a:rPr lang="en-US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uesoftmodem</a:t>
            </a:r>
            <a:r>
              <a:rPr lang="en-US" sz="14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-r 106 --numerology 1 --band 78 -C 3619200000 --uicc0.imsi 001010000000001 --</a:t>
            </a:r>
            <a:r>
              <a:rPr lang="en-US" sz="1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rfsim</a:t>
            </a:r>
            <a:endParaRPr lang="en-US" sz="14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8725CC-5AF4-79EB-7B62-2A6A44246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958" y="1841489"/>
            <a:ext cx="7117029" cy="421260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CC3E125-1A62-C663-A184-DD3802489548}"/>
              </a:ext>
            </a:extLst>
          </p:cNvPr>
          <p:cNvSpPr txBox="1">
            <a:spLocks/>
          </p:cNvSpPr>
          <p:nvPr/>
        </p:nvSpPr>
        <p:spPr>
          <a:xfrm>
            <a:off x="486484" y="6200344"/>
            <a:ext cx="11592090" cy="585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  <a:latin typeface="Abadi" panose="020B0604020104020204" pitchFamily="34" charset="0"/>
              </a:rPr>
              <a:t>Check the AMF logs again and verify if the UE is “registered”.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739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91EE08-C270-AC44-C815-85FB3C536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Abadi" panose="020B0604020104020204" pitchFamily="34" charset="0"/>
              </a:rPr>
              <a:t>UE registration Call 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076612A-2ACB-B4FD-68BE-B453449532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6325" y="643466"/>
            <a:ext cx="6151825" cy="596727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F0430FD-15B3-1E85-18C3-E44055F0F854}"/>
              </a:ext>
            </a:extLst>
          </p:cNvPr>
          <p:cNvSpPr txBox="1">
            <a:spLocks/>
          </p:cNvSpPr>
          <p:nvPr/>
        </p:nvSpPr>
        <p:spPr>
          <a:xfrm>
            <a:off x="299955" y="6214534"/>
            <a:ext cx="4683525" cy="5850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0000"/>
                </a:solidFill>
                <a:latin typeface="Abadi" panose="020B0604020104020204" pitchFamily="34" charset="0"/>
              </a:rPr>
              <a:t>Trace the UE registration with the </a:t>
            </a:r>
            <a:r>
              <a:rPr lang="en-US" dirty="0" err="1">
                <a:solidFill>
                  <a:srgbClr val="FF0000"/>
                </a:solidFill>
                <a:latin typeface="Abadi" panose="020B0604020104020204" pitchFamily="34" charset="0"/>
              </a:rPr>
              <a:t>gNB</a:t>
            </a:r>
            <a:r>
              <a:rPr lang="en-US" dirty="0">
                <a:solidFill>
                  <a:srgbClr val="FF0000"/>
                </a:solidFill>
                <a:latin typeface="Abadi" panose="020B0604020104020204" pitchFamily="34" charset="0"/>
              </a:rPr>
              <a:t> and CN</a:t>
            </a:r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3BA6BD5-1723-F65D-D866-342C0BE83E2C}"/>
              </a:ext>
            </a:extLst>
          </p:cNvPr>
          <p:cNvSpPr txBox="1">
            <a:spLocks/>
          </p:cNvSpPr>
          <p:nvPr/>
        </p:nvSpPr>
        <p:spPr>
          <a:xfrm>
            <a:off x="10326379" y="6606115"/>
            <a:ext cx="2071389" cy="3869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latin typeface="Abadi" panose="020B0604020104020204" pitchFamily="34" charset="0"/>
              </a:rPr>
              <a:t>Source: sharetechnote.com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709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52B7E4-5DAF-043A-C77A-A5B13852C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Abadi" panose="020B0604020104020204" pitchFamily="34" charset="0"/>
              </a:rPr>
              <a:t>Detailed UE registration call 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1FC8D6-219A-C11F-4FFA-36D2C15EF5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02086" y="132607"/>
            <a:ext cx="5373119" cy="659278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41252A7-48EB-0503-79EF-BD31AC1C0109}"/>
              </a:ext>
            </a:extLst>
          </p:cNvPr>
          <p:cNvSpPr txBox="1">
            <a:spLocks/>
          </p:cNvSpPr>
          <p:nvPr/>
        </p:nvSpPr>
        <p:spPr>
          <a:xfrm>
            <a:off x="10259704" y="6581915"/>
            <a:ext cx="2071389" cy="3869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>
                <a:latin typeface="Abadi" panose="020B0604020104020204" pitchFamily="34" charset="0"/>
              </a:rPr>
              <a:t>Source: techplayon.com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855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0B841-9E57-1FE7-20FB-27A393A0D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704" y="65239"/>
            <a:ext cx="10515600" cy="1325563"/>
          </a:xfrm>
        </p:spPr>
        <p:txBody>
          <a:bodyPr/>
          <a:lstStyle/>
          <a:p>
            <a:r>
              <a:rPr lang="en-US" dirty="0" err="1">
                <a:latin typeface="Abadi" panose="020B0604020104020204" pitchFamily="34" charset="0"/>
              </a:rPr>
              <a:t>gNB</a:t>
            </a:r>
            <a:r>
              <a:rPr lang="en-US" dirty="0">
                <a:latin typeface="Abadi" panose="020B0604020104020204" pitchFamily="34" charset="0"/>
              </a:rPr>
              <a:t> output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27E15-FCDF-D3E5-96E2-88320C102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704" y="3429000"/>
            <a:ext cx="11055096" cy="3363761"/>
          </a:xfrm>
        </p:spPr>
        <p:txBody>
          <a:bodyPr>
            <a:normAutofit fontScale="92500" lnSpcReduction="10000"/>
          </a:bodyPr>
          <a:lstStyle/>
          <a:p>
            <a:r>
              <a:rPr lang="en-US" sz="2200" dirty="0">
                <a:latin typeface="Abadi" panose="020B0604020104020204" pitchFamily="34" charset="0"/>
              </a:rPr>
              <a:t>The scheduler periodically outputs statistics that can help you judge the radio channel quality.</a:t>
            </a:r>
          </a:p>
          <a:p>
            <a:r>
              <a:rPr lang="en-US" sz="2200" dirty="0">
                <a:latin typeface="Abadi" panose="020B0604020104020204" pitchFamily="34" charset="0"/>
              </a:rPr>
              <a:t>In the first line,</a:t>
            </a:r>
          </a:p>
          <a:p>
            <a:pPr lvl="1"/>
            <a:r>
              <a:rPr lang="en-US" sz="1900" dirty="0">
                <a:latin typeface="Abadi" panose="020B0604020104020204" pitchFamily="34" charset="0"/>
              </a:rPr>
              <a:t>UE RNTI</a:t>
            </a:r>
          </a:p>
          <a:p>
            <a:pPr lvl="1"/>
            <a:r>
              <a:rPr lang="en-US" sz="1900" dirty="0">
                <a:latin typeface="Abadi" panose="020B0604020104020204" pitchFamily="34" charset="0"/>
              </a:rPr>
              <a:t>PH: Power Headroom - the amount of power the UE has left.</a:t>
            </a:r>
          </a:p>
          <a:p>
            <a:pPr lvl="1"/>
            <a:r>
              <a:rPr lang="en-US" sz="1900" dirty="0">
                <a:latin typeface="Abadi" panose="020B0604020104020204" pitchFamily="34" charset="0"/>
              </a:rPr>
              <a:t>RSRP: measured power of the DL reference signals at the UE.</a:t>
            </a:r>
          </a:p>
          <a:p>
            <a:pPr lvl="1"/>
            <a:r>
              <a:rPr lang="en-US" sz="1900" dirty="0">
                <a:latin typeface="Abadi" panose="020B0604020104020204" pitchFamily="34" charset="0"/>
              </a:rPr>
              <a:t>SINR:  measured signal to interference and noise ratio of the SSB received at the UE.</a:t>
            </a:r>
          </a:p>
          <a:p>
            <a:r>
              <a:rPr lang="en-US" sz="2200" i="1" dirty="0">
                <a:latin typeface="Abadi" panose="020B0604020104020204" pitchFamily="34" charset="0"/>
              </a:rPr>
              <a:t>LCID X</a:t>
            </a:r>
            <a:r>
              <a:rPr lang="en-US" sz="2200" dirty="0">
                <a:latin typeface="Abadi" panose="020B0604020104020204" pitchFamily="34" charset="0"/>
              </a:rPr>
              <a:t> shows the amount of MAC SDU/RLC PDU data for Logical Channel ID with ID X in transmit and receive directions.</a:t>
            </a:r>
          </a:p>
          <a:p>
            <a:pPr lvl="1"/>
            <a:r>
              <a:rPr lang="en-US" sz="1800">
                <a:latin typeface="Abadi" panose="020B0604020104020204" pitchFamily="34" charset="0"/>
              </a:rPr>
              <a:t>LCIDs </a:t>
            </a:r>
            <a:r>
              <a:rPr lang="en-US" sz="1800" dirty="0">
                <a:latin typeface="Abadi" panose="020B0604020104020204" pitchFamily="34" charset="0"/>
              </a:rPr>
              <a:t>1 and 2 are mapped to SRBs 1and 2. </a:t>
            </a:r>
          </a:p>
          <a:p>
            <a:pPr lvl="1"/>
            <a:r>
              <a:rPr lang="en-US" sz="1800" dirty="0">
                <a:latin typeface="Abadi" panose="020B0604020104020204" pitchFamily="34" charset="0"/>
              </a:rPr>
              <a:t>LCIDs 4 and onward are mapped to DRBs 1 onward.</a:t>
            </a:r>
          </a:p>
          <a:p>
            <a:pPr lvl="1"/>
            <a:r>
              <a:rPr lang="en-US" sz="1800" dirty="0">
                <a:latin typeface="Abadi" panose="020B0604020104020204" pitchFamily="34" charset="0"/>
              </a:rPr>
              <a:t>If you have an LCID 4,it means you have a PDU session.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4AF807-D2FD-6697-0199-874CEF9DC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04" y="1175920"/>
            <a:ext cx="11169922" cy="192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813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431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Abadi</vt:lpstr>
      <vt:lpstr>ADLaM Display</vt:lpstr>
      <vt:lpstr>Aptos</vt:lpstr>
      <vt:lpstr>Aptos Display</vt:lpstr>
      <vt:lpstr>Arial</vt:lpstr>
      <vt:lpstr>Cascadia Code</vt:lpstr>
      <vt:lpstr>Office Theme</vt:lpstr>
      <vt:lpstr>OAI: Run CN, RAN and UE Platform</vt:lpstr>
      <vt:lpstr>Run Core Network – Terminal 1</vt:lpstr>
      <vt:lpstr>Check if all CN containers are healthy</vt:lpstr>
      <vt:lpstr>Run gNB – Terminal 2</vt:lpstr>
      <vt:lpstr>Run gNB – Terminal 2</vt:lpstr>
      <vt:lpstr>Check AMF logs in Core Network Terminal</vt:lpstr>
      <vt:lpstr>Run the UE – Terminal 3</vt:lpstr>
      <vt:lpstr>UE registration Call flow</vt:lpstr>
      <vt:lpstr>Detailed UE registration call flow</vt:lpstr>
      <vt:lpstr>gNB output Interpretation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Upadhyaya, Pratheek Shankaranarayana</dc:creator>
  <cp:lastModifiedBy>Upadhyaya, Pratheek Shankaranarayana</cp:lastModifiedBy>
  <cp:revision>1</cp:revision>
  <dcterms:created xsi:type="dcterms:W3CDTF">2025-10-07T17:54:10Z</dcterms:created>
  <dcterms:modified xsi:type="dcterms:W3CDTF">2025-10-07T19:16:37Z</dcterms:modified>
</cp:coreProperties>
</file>