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6" r:id="rId4"/>
    <p:sldId id="270" r:id="rId5"/>
    <p:sldId id="267" r:id="rId6"/>
    <p:sldId id="271" r:id="rId7"/>
    <p:sldId id="272" r:id="rId8"/>
    <p:sldId id="268" r:id="rId9"/>
    <p:sldId id="269" r:id="rId10"/>
    <p:sldId id="273" r:id="rId11"/>
    <p:sldId id="264" r:id="rId12"/>
    <p:sldId id="265" r:id="rId13"/>
    <p:sldId id="275" r:id="rId14"/>
    <p:sldId id="274" r:id="rId15"/>
    <p:sldId id="276" r:id="rId16"/>
    <p:sldId id="27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282D21-A9A1-45F4-998A-917FDFB25306}" v="17" dt="2025-10-14T18:58:39.680"/>
    <p1510:client id="{A3CCE26A-8C64-43AA-8330-E376894EB1F3}" v="504" dt="2025-10-14T19:18:40.920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adhyaya, Pratheek Shankaranarayana" userId="d86132f3-b278-41c2-8c29-98b709d334a7" providerId="ADAL" clId="{42539C57-6514-4765-9EB3-3EC073085AD5}"/>
    <pc:docChg chg="undo custSel addSld delSld modSld sldOrd">
      <pc:chgData name="Upadhyaya, Pratheek Shankaranarayana" userId="d86132f3-b278-41c2-8c29-98b709d334a7" providerId="ADAL" clId="{42539C57-6514-4765-9EB3-3EC073085AD5}" dt="2025-10-14T19:18:40.921" v="507" actId="47"/>
      <pc:docMkLst>
        <pc:docMk/>
      </pc:docMkLst>
      <pc:sldChg chg="addSp delSp modSp mod ord">
        <pc:chgData name="Upadhyaya, Pratheek Shankaranarayana" userId="d86132f3-b278-41c2-8c29-98b709d334a7" providerId="ADAL" clId="{42539C57-6514-4765-9EB3-3EC073085AD5}" dt="2025-10-14T19:12:15.943" v="271" actId="1076"/>
        <pc:sldMkLst>
          <pc:docMk/>
          <pc:sldMk cId="1717644122" sldId="274"/>
        </pc:sldMkLst>
        <pc:spChg chg="mod">
          <ac:chgData name="Upadhyaya, Pratheek Shankaranarayana" userId="d86132f3-b278-41c2-8c29-98b709d334a7" providerId="ADAL" clId="{42539C57-6514-4765-9EB3-3EC073085AD5}" dt="2025-10-14T19:06:37.311" v="162" actId="1076"/>
          <ac:spMkLst>
            <pc:docMk/>
            <pc:sldMk cId="1717644122" sldId="274"/>
            <ac:spMk id="2" creationId="{E290D8AE-CEAB-D71E-24C8-6D07636AC60F}"/>
          </ac:spMkLst>
        </pc:spChg>
        <pc:spChg chg="del">
          <ac:chgData name="Upadhyaya, Pratheek Shankaranarayana" userId="d86132f3-b278-41c2-8c29-98b709d334a7" providerId="ADAL" clId="{42539C57-6514-4765-9EB3-3EC073085AD5}" dt="2025-10-14T19:06:17.521" v="151" actId="478"/>
          <ac:spMkLst>
            <pc:docMk/>
            <pc:sldMk cId="1717644122" sldId="274"/>
            <ac:spMk id="3" creationId="{32B53F0A-5E72-8200-C08D-682DF5657D50}"/>
          </ac:spMkLst>
        </pc:spChg>
        <pc:spChg chg="mod">
          <ac:chgData name="Upadhyaya, Pratheek Shankaranarayana" userId="d86132f3-b278-41c2-8c29-98b709d334a7" providerId="ADAL" clId="{42539C57-6514-4765-9EB3-3EC073085AD5}" dt="2025-10-14T19:06:52.013" v="174" actId="20577"/>
          <ac:spMkLst>
            <pc:docMk/>
            <pc:sldMk cId="1717644122" sldId="274"/>
            <ac:spMk id="7" creationId="{B32BDC6C-0025-C8AF-ADCF-82BD58937C68}"/>
          </ac:spMkLst>
        </pc:spChg>
        <pc:spChg chg="del">
          <ac:chgData name="Upadhyaya, Pratheek Shankaranarayana" userId="d86132f3-b278-41c2-8c29-98b709d334a7" providerId="ADAL" clId="{42539C57-6514-4765-9EB3-3EC073085AD5}" dt="2025-10-14T19:02:08.219" v="2" actId="478"/>
          <ac:spMkLst>
            <pc:docMk/>
            <pc:sldMk cId="1717644122" sldId="274"/>
            <ac:spMk id="9" creationId="{EC659F13-35A3-3A88-1B00-8F23507FF03F}"/>
          </ac:spMkLst>
        </pc:spChg>
        <pc:spChg chg="add mod">
          <ac:chgData name="Upadhyaya, Pratheek Shankaranarayana" userId="d86132f3-b278-41c2-8c29-98b709d334a7" providerId="ADAL" clId="{42539C57-6514-4765-9EB3-3EC073085AD5}" dt="2025-10-14T19:12:12.861" v="270" actId="20577"/>
          <ac:spMkLst>
            <pc:docMk/>
            <pc:sldMk cId="1717644122" sldId="274"/>
            <ac:spMk id="10" creationId="{A7AB2D84-E225-7957-7CE6-10A784D615C9}"/>
          </ac:spMkLst>
        </pc:spChg>
        <pc:picChg chg="add del mod">
          <ac:chgData name="Upadhyaya, Pratheek Shankaranarayana" userId="d86132f3-b278-41c2-8c29-98b709d334a7" providerId="ADAL" clId="{42539C57-6514-4765-9EB3-3EC073085AD5}" dt="2025-10-14T19:06:14.599" v="150" actId="478"/>
          <ac:picMkLst>
            <pc:docMk/>
            <pc:sldMk cId="1717644122" sldId="274"/>
            <ac:picMk id="5" creationId="{174F6870-0522-87C2-5066-A008C5BE82FE}"/>
          </ac:picMkLst>
        </pc:picChg>
        <pc:picChg chg="add mod">
          <ac:chgData name="Upadhyaya, Pratheek Shankaranarayana" userId="d86132f3-b278-41c2-8c29-98b709d334a7" providerId="ADAL" clId="{42539C57-6514-4765-9EB3-3EC073085AD5}" dt="2025-10-14T19:12:15.943" v="271" actId="1076"/>
          <ac:picMkLst>
            <pc:docMk/>
            <pc:sldMk cId="1717644122" sldId="274"/>
            <ac:picMk id="8" creationId="{A9D9F0C5-EE92-8CDE-80B1-22DCD9E19536}"/>
          </ac:picMkLst>
        </pc:picChg>
      </pc:sldChg>
      <pc:sldChg chg="addSp delSp modSp add mod">
        <pc:chgData name="Upadhyaya, Pratheek Shankaranarayana" userId="d86132f3-b278-41c2-8c29-98b709d334a7" providerId="ADAL" clId="{42539C57-6514-4765-9EB3-3EC073085AD5}" dt="2025-10-14T19:06:01.787" v="149" actId="1076"/>
        <pc:sldMkLst>
          <pc:docMk/>
          <pc:sldMk cId="2759685596" sldId="275"/>
        </pc:sldMkLst>
        <pc:spChg chg="mod">
          <ac:chgData name="Upadhyaya, Pratheek Shankaranarayana" userId="d86132f3-b278-41c2-8c29-98b709d334a7" providerId="ADAL" clId="{42539C57-6514-4765-9EB3-3EC073085AD5}" dt="2025-10-14T19:05:54.087" v="148" actId="20577"/>
          <ac:spMkLst>
            <pc:docMk/>
            <pc:sldMk cId="2759685596" sldId="275"/>
            <ac:spMk id="3" creationId="{BEA4C143-081D-A47C-9078-98EB3830F320}"/>
          </ac:spMkLst>
        </pc:spChg>
        <pc:spChg chg="add mod">
          <ac:chgData name="Upadhyaya, Pratheek Shankaranarayana" userId="d86132f3-b278-41c2-8c29-98b709d334a7" providerId="ADAL" clId="{42539C57-6514-4765-9EB3-3EC073085AD5}" dt="2025-10-14T19:06:01.787" v="149" actId="1076"/>
          <ac:spMkLst>
            <pc:docMk/>
            <pc:sldMk cId="2759685596" sldId="275"/>
            <ac:spMk id="4" creationId="{126B110F-2062-D5F2-5B9E-EA5717448DCE}"/>
          </ac:spMkLst>
        </pc:spChg>
        <pc:spChg chg="del">
          <ac:chgData name="Upadhyaya, Pratheek Shankaranarayana" userId="d86132f3-b278-41c2-8c29-98b709d334a7" providerId="ADAL" clId="{42539C57-6514-4765-9EB3-3EC073085AD5}" dt="2025-10-14T19:02:16.283" v="4" actId="478"/>
          <ac:spMkLst>
            <pc:docMk/>
            <pc:sldMk cId="2759685596" sldId="275"/>
            <ac:spMk id="7" creationId="{C98E1F16-8D12-6E93-2C63-24A9B6876E6C}"/>
          </ac:spMkLst>
        </pc:spChg>
        <pc:picChg chg="mod">
          <ac:chgData name="Upadhyaya, Pratheek Shankaranarayana" userId="d86132f3-b278-41c2-8c29-98b709d334a7" providerId="ADAL" clId="{42539C57-6514-4765-9EB3-3EC073085AD5}" dt="2025-10-14T19:06:01.787" v="149" actId="1076"/>
          <ac:picMkLst>
            <pc:docMk/>
            <pc:sldMk cId="2759685596" sldId="275"/>
            <ac:picMk id="5" creationId="{FBC6D27F-4991-AB11-F49C-0F97C219BD5B}"/>
          </ac:picMkLst>
        </pc:picChg>
      </pc:sldChg>
      <pc:sldChg chg="addSp delSp modSp add mod">
        <pc:chgData name="Upadhyaya, Pratheek Shankaranarayana" userId="d86132f3-b278-41c2-8c29-98b709d334a7" providerId="ADAL" clId="{42539C57-6514-4765-9EB3-3EC073085AD5}" dt="2025-10-14T19:16:16.679" v="479" actId="20577"/>
        <pc:sldMkLst>
          <pc:docMk/>
          <pc:sldMk cId="2640258774" sldId="276"/>
        </pc:sldMkLst>
        <pc:spChg chg="del mod">
          <ac:chgData name="Upadhyaya, Pratheek Shankaranarayana" userId="d86132f3-b278-41c2-8c29-98b709d334a7" providerId="ADAL" clId="{42539C57-6514-4765-9EB3-3EC073085AD5}" dt="2025-10-14T19:15:35.727" v="455"/>
          <ac:spMkLst>
            <pc:docMk/>
            <pc:sldMk cId="2640258774" sldId="276"/>
            <ac:spMk id="7" creationId="{AC7DBA65-B6C7-FA3C-C4DB-60EDE408F036}"/>
          </ac:spMkLst>
        </pc:spChg>
        <pc:spChg chg="mod">
          <ac:chgData name="Upadhyaya, Pratheek Shankaranarayana" userId="d86132f3-b278-41c2-8c29-98b709d334a7" providerId="ADAL" clId="{42539C57-6514-4765-9EB3-3EC073085AD5}" dt="2025-10-14T19:16:16.679" v="479" actId="20577"/>
          <ac:spMkLst>
            <pc:docMk/>
            <pc:sldMk cId="2640258774" sldId="276"/>
            <ac:spMk id="10" creationId="{4CE41982-DC22-74A1-A51E-BD1F13C2DE9E}"/>
          </ac:spMkLst>
        </pc:spChg>
        <pc:picChg chg="add mod">
          <ac:chgData name="Upadhyaya, Pratheek Shankaranarayana" userId="d86132f3-b278-41c2-8c29-98b709d334a7" providerId="ADAL" clId="{42539C57-6514-4765-9EB3-3EC073085AD5}" dt="2025-10-14T19:15:50.787" v="460" actId="1076"/>
          <ac:picMkLst>
            <pc:docMk/>
            <pc:sldMk cId="2640258774" sldId="276"/>
            <ac:picMk id="4" creationId="{1F40EAF9-27F9-6F29-FAD2-B44ACCC1BCF0}"/>
          </ac:picMkLst>
        </pc:picChg>
        <pc:picChg chg="del">
          <ac:chgData name="Upadhyaya, Pratheek Shankaranarayana" userId="d86132f3-b278-41c2-8c29-98b709d334a7" providerId="ADAL" clId="{42539C57-6514-4765-9EB3-3EC073085AD5}" dt="2025-10-14T19:13:38.218" v="273" actId="478"/>
          <ac:picMkLst>
            <pc:docMk/>
            <pc:sldMk cId="2640258774" sldId="276"/>
            <ac:picMk id="8" creationId="{3A3B842D-BE44-B01E-E735-99CD75C7FCA2}"/>
          </ac:picMkLst>
        </pc:picChg>
      </pc:sldChg>
      <pc:sldChg chg="addSp delSp modSp new mod">
        <pc:chgData name="Upadhyaya, Pratheek Shankaranarayana" userId="d86132f3-b278-41c2-8c29-98b709d334a7" providerId="ADAL" clId="{42539C57-6514-4765-9EB3-3EC073085AD5}" dt="2025-10-14T19:18:35.300" v="506" actId="1076"/>
        <pc:sldMkLst>
          <pc:docMk/>
          <pc:sldMk cId="1831440600" sldId="277"/>
        </pc:sldMkLst>
        <pc:spChg chg="del">
          <ac:chgData name="Upadhyaya, Pratheek Shankaranarayana" userId="d86132f3-b278-41c2-8c29-98b709d334a7" providerId="ADAL" clId="{42539C57-6514-4765-9EB3-3EC073085AD5}" dt="2025-10-14T19:17:25.201" v="489" actId="478"/>
          <ac:spMkLst>
            <pc:docMk/>
            <pc:sldMk cId="1831440600" sldId="277"/>
            <ac:spMk id="2" creationId="{E6FD6AA4-E0D4-F566-076A-5BB52F694252}"/>
          </ac:spMkLst>
        </pc:spChg>
        <pc:spChg chg="del">
          <ac:chgData name="Upadhyaya, Pratheek Shankaranarayana" userId="d86132f3-b278-41c2-8c29-98b709d334a7" providerId="ADAL" clId="{42539C57-6514-4765-9EB3-3EC073085AD5}" dt="2025-10-14T19:17:22.347" v="488" actId="478"/>
          <ac:spMkLst>
            <pc:docMk/>
            <pc:sldMk cId="1831440600" sldId="277"/>
            <ac:spMk id="3" creationId="{BF5A9ABD-2F46-6FC4-3EB5-54C7467DC5E6}"/>
          </ac:spMkLst>
        </pc:spChg>
        <pc:spChg chg="add del">
          <ac:chgData name="Upadhyaya, Pratheek Shankaranarayana" userId="d86132f3-b278-41c2-8c29-98b709d334a7" providerId="ADAL" clId="{42539C57-6514-4765-9EB3-3EC073085AD5}" dt="2025-10-14T19:16:41.841" v="482" actId="22"/>
          <ac:spMkLst>
            <pc:docMk/>
            <pc:sldMk cId="1831440600" sldId="277"/>
            <ac:spMk id="5" creationId="{8C0F84A5-79A3-0A2C-EA78-3BAA4C8264CB}"/>
          </ac:spMkLst>
        </pc:spChg>
        <pc:spChg chg="add mod">
          <ac:chgData name="Upadhyaya, Pratheek Shankaranarayana" userId="d86132f3-b278-41c2-8c29-98b709d334a7" providerId="ADAL" clId="{42539C57-6514-4765-9EB3-3EC073085AD5}" dt="2025-10-14T19:18:35.300" v="506" actId="1076"/>
          <ac:spMkLst>
            <pc:docMk/>
            <pc:sldMk cId="1831440600" sldId="277"/>
            <ac:spMk id="6" creationId="{436CC237-776B-B7A5-E6DC-9FA81D5CD627}"/>
          </ac:spMkLst>
        </pc:spChg>
      </pc:sldChg>
      <pc:sldChg chg="modSp new del mod">
        <pc:chgData name="Upadhyaya, Pratheek Shankaranarayana" userId="d86132f3-b278-41c2-8c29-98b709d334a7" providerId="ADAL" clId="{42539C57-6514-4765-9EB3-3EC073085AD5}" dt="2025-10-14T19:18:40.921" v="507" actId="47"/>
        <pc:sldMkLst>
          <pc:docMk/>
          <pc:sldMk cId="2350376474" sldId="278"/>
        </pc:sldMkLst>
        <pc:spChg chg="mod">
          <ac:chgData name="Upadhyaya, Pratheek Shankaranarayana" userId="d86132f3-b278-41c2-8c29-98b709d334a7" providerId="ADAL" clId="{42539C57-6514-4765-9EB3-3EC073085AD5}" dt="2025-10-14T19:17:10.143" v="487"/>
          <ac:spMkLst>
            <pc:docMk/>
            <pc:sldMk cId="2350376474" sldId="278"/>
            <ac:spMk id="3" creationId="{56B2B746-F433-5F98-1601-01BA5A1C786F}"/>
          </ac:spMkLst>
        </pc:spChg>
      </pc:sldChg>
    </pc:docChg>
  </pc:docChgLst>
  <pc:docChgLst>
    <pc:chgData name="Upadhyaya, Pratheek Shankaranarayana" userId="d86132f3-b278-41c2-8c29-98b709d334a7" providerId="ADAL" clId="{DDAB53BA-B032-41C5-92E3-EDD9AFA2ACC7}"/>
    <pc:docChg chg="undo custSel addSld delSld modSld">
      <pc:chgData name="Upadhyaya, Pratheek Shankaranarayana" userId="d86132f3-b278-41c2-8c29-98b709d334a7" providerId="ADAL" clId="{DDAB53BA-B032-41C5-92E3-EDD9AFA2ACC7}" dt="2025-10-14T18:59:40.141" v="214" actId="113"/>
      <pc:docMkLst>
        <pc:docMk/>
      </pc:docMkLst>
      <pc:sldChg chg="modSp mod">
        <pc:chgData name="Upadhyaya, Pratheek Shankaranarayana" userId="d86132f3-b278-41c2-8c29-98b709d334a7" providerId="ADAL" clId="{DDAB53BA-B032-41C5-92E3-EDD9AFA2ACC7}" dt="2025-10-14T18:29:56.538" v="19" actId="207"/>
        <pc:sldMkLst>
          <pc:docMk/>
          <pc:sldMk cId="1122801814" sldId="258"/>
        </pc:sldMkLst>
        <pc:spChg chg="mod">
          <ac:chgData name="Upadhyaya, Pratheek Shankaranarayana" userId="d86132f3-b278-41c2-8c29-98b709d334a7" providerId="ADAL" clId="{DDAB53BA-B032-41C5-92E3-EDD9AFA2ACC7}" dt="2025-10-14T18:29:56.538" v="19" actId="207"/>
          <ac:spMkLst>
            <pc:docMk/>
            <pc:sldMk cId="1122801814" sldId="258"/>
            <ac:spMk id="4" creationId="{3E8162C8-64EF-8EED-5E91-FDA1BB7D377C}"/>
          </ac:spMkLst>
        </pc:spChg>
      </pc:sldChg>
      <pc:sldChg chg="modSp add mod">
        <pc:chgData name="Upadhyaya, Pratheek Shankaranarayana" userId="d86132f3-b278-41c2-8c29-98b709d334a7" providerId="ADAL" clId="{DDAB53BA-B032-41C5-92E3-EDD9AFA2ACC7}" dt="2025-10-14T18:23:04.716" v="11" actId="14100"/>
        <pc:sldMkLst>
          <pc:docMk/>
          <pc:sldMk cId="1525841792" sldId="264"/>
        </pc:sldMkLst>
        <pc:spChg chg="mod">
          <ac:chgData name="Upadhyaya, Pratheek Shankaranarayana" userId="d86132f3-b278-41c2-8c29-98b709d334a7" providerId="ADAL" clId="{DDAB53BA-B032-41C5-92E3-EDD9AFA2ACC7}" dt="2025-10-14T18:22:18.943" v="4" actId="1076"/>
          <ac:spMkLst>
            <pc:docMk/>
            <pc:sldMk cId="1525841792" sldId="264"/>
            <ac:spMk id="2" creationId="{B404621E-1E15-5098-9525-DAA87F169FF8}"/>
          </ac:spMkLst>
        </pc:spChg>
        <pc:spChg chg="mod">
          <ac:chgData name="Upadhyaya, Pratheek Shankaranarayana" userId="d86132f3-b278-41c2-8c29-98b709d334a7" providerId="ADAL" clId="{DDAB53BA-B032-41C5-92E3-EDD9AFA2ACC7}" dt="2025-10-14T18:22:34.461" v="7" actId="1076"/>
          <ac:spMkLst>
            <pc:docMk/>
            <pc:sldMk cId="1525841792" sldId="264"/>
            <ac:spMk id="4" creationId="{B968820F-AED1-F4A9-D266-5F2C5BD7DD24}"/>
          </ac:spMkLst>
        </pc:spChg>
        <pc:spChg chg="mod">
          <ac:chgData name="Upadhyaya, Pratheek Shankaranarayana" userId="d86132f3-b278-41c2-8c29-98b709d334a7" providerId="ADAL" clId="{DDAB53BA-B032-41C5-92E3-EDD9AFA2ACC7}" dt="2025-10-14T18:22:25.738" v="6" actId="14100"/>
          <ac:spMkLst>
            <pc:docMk/>
            <pc:sldMk cId="1525841792" sldId="264"/>
            <ac:spMk id="5" creationId="{86A41D05-69EF-BAF9-6362-84A641576723}"/>
          </ac:spMkLst>
        </pc:spChg>
        <pc:spChg chg="mod">
          <ac:chgData name="Upadhyaya, Pratheek Shankaranarayana" userId="d86132f3-b278-41c2-8c29-98b709d334a7" providerId="ADAL" clId="{DDAB53BA-B032-41C5-92E3-EDD9AFA2ACC7}" dt="2025-10-14T18:23:04.716" v="11" actId="14100"/>
          <ac:spMkLst>
            <pc:docMk/>
            <pc:sldMk cId="1525841792" sldId="264"/>
            <ac:spMk id="6" creationId="{8B95EFB2-1BFA-C0CC-3DAC-A87C3552C2F2}"/>
          </ac:spMkLst>
        </pc:spChg>
      </pc:sldChg>
      <pc:sldChg chg="modSp add mod">
        <pc:chgData name="Upadhyaya, Pratheek Shankaranarayana" userId="d86132f3-b278-41c2-8c29-98b709d334a7" providerId="ADAL" clId="{DDAB53BA-B032-41C5-92E3-EDD9AFA2ACC7}" dt="2025-10-14T18:29:04.314" v="18" actId="13822"/>
        <pc:sldMkLst>
          <pc:docMk/>
          <pc:sldMk cId="1358743993" sldId="265"/>
        </pc:sldMkLst>
        <pc:spChg chg="mod">
          <ac:chgData name="Upadhyaya, Pratheek Shankaranarayana" userId="d86132f3-b278-41c2-8c29-98b709d334a7" providerId="ADAL" clId="{DDAB53BA-B032-41C5-92E3-EDD9AFA2ACC7}" dt="2025-10-14T18:28:18.237" v="13" actId="2711"/>
          <ac:spMkLst>
            <pc:docMk/>
            <pc:sldMk cId="1358743993" sldId="265"/>
            <ac:spMk id="2" creationId="{B404621E-1E15-5098-9525-DAA87F169FF8}"/>
          </ac:spMkLst>
        </pc:spChg>
        <pc:spChg chg="mod">
          <ac:chgData name="Upadhyaya, Pratheek Shankaranarayana" userId="d86132f3-b278-41c2-8c29-98b709d334a7" providerId="ADAL" clId="{DDAB53BA-B032-41C5-92E3-EDD9AFA2ACC7}" dt="2025-10-14T18:29:04.314" v="18" actId="13822"/>
          <ac:spMkLst>
            <pc:docMk/>
            <pc:sldMk cId="1358743993" sldId="265"/>
            <ac:spMk id="11" creationId="{87569302-D7DB-A0A6-B7D7-9139955D0F21}"/>
          </ac:spMkLst>
        </pc:spChg>
        <pc:spChg chg="mod">
          <ac:chgData name="Upadhyaya, Pratheek Shankaranarayana" userId="d86132f3-b278-41c2-8c29-98b709d334a7" providerId="ADAL" clId="{DDAB53BA-B032-41C5-92E3-EDD9AFA2ACC7}" dt="2025-10-14T18:29:04.314" v="18" actId="13822"/>
          <ac:spMkLst>
            <pc:docMk/>
            <pc:sldMk cId="1358743993" sldId="265"/>
            <ac:spMk id="13" creationId="{448481EE-5188-76D6-34AD-53D8761F041C}"/>
          </ac:spMkLst>
        </pc:spChg>
        <pc:spChg chg="mod">
          <ac:chgData name="Upadhyaya, Pratheek Shankaranarayana" userId="d86132f3-b278-41c2-8c29-98b709d334a7" providerId="ADAL" clId="{DDAB53BA-B032-41C5-92E3-EDD9AFA2ACC7}" dt="2025-10-14T18:29:04.314" v="18" actId="13822"/>
          <ac:spMkLst>
            <pc:docMk/>
            <pc:sldMk cId="1358743993" sldId="265"/>
            <ac:spMk id="16" creationId="{D4A28BD1-95D6-7291-5773-CBF4DC666968}"/>
          </ac:spMkLst>
        </pc:spChg>
        <pc:spChg chg="mod">
          <ac:chgData name="Upadhyaya, Pratheek Shankaranarayana" userId="d86132f3-b278-41c2-8c29-98b709d334a7" providerId="ADAL" clId="{DDAB53BA-B032-41C5-92E3-EDD9AFA2ACC7}" dt="2025-10-14T18:29:04.314" v="18" actId="13822"/>
          <ac:spMkLst>
            <pc:docMk/>
            <pc:sldMk cId="1358743993" sldId="265"/>
            <ac:spMk id="17" creationId="{7C760359-07B9-36CA-65F6-0EE97DFB5DBE}"/>
          </ac:spMkLst>
        </pc:spChg>
      </pc:sldChg>
      <pc:sldChg chg="addSp delSp modSp new mod setBg">
        <pc:chgData name="Upadhyaya, Pratheek Shankaranarayana" userId="d86132f3-b278-41c2-8c29-98b709d334a7" providerId="ADAL" clId="{DDAB53BA-B032-41C5-92E3-EDD9AFA2ACC7}" dt="2025-10-14T18:39:44.013" v="75" actId="2711"/>
        <pc:sldMkLst>
          <pc:docMk/>
          <pc:sldMk cId="2913719860" sldId="266"/>
        </pc:sldMkLst>
        <pc:spChg chg="mod">
          <ac:chgData name="Upadhyaya, Pratheek Shankaranarayana" userId="d86132f3-b278-41c2-8c29-98b709d334a7" providerId="ADAL" clId="{DDAB53BA-B032-41C5-92E3-EDD9AFA2ACC7}" dt="2025-10-14T18:38:48.250" v="72" actId="26606"/>
          <ac:spMkLst>
            <pc:docMk/>
            <pc:sldMk cId="2913719860" sldId="266"/>
            <ac:spMk id="2" creationId="{E9317CA4-D0B1-E90C-1F2D-2DB30B681FD4}"/>
          </ac:spMkLst>
        </pc:spChg>
        <pc:spChg chg="del">
          <ac:chgData name="Upadhyaya, Pratheek Shankaranarayana" userId="d86132f3-b278-41c2-8c29-98b709d334a7" providerId="ADAL" clId="{DDAB53BA-B032-41C5-92E3-EDD9AFA2ACC7}" dt="2025-10-14T18:32:18.630" v="23"/>
          <ac:spMkLst>
            <pc:docMk/>
            <pc:sldMk cId="2913719860" sldId="266"/>
            <ac:spMk id="3" creationId="{D540D386-3ACE-87C4-30A3-C65C8F05F5F2}"/>
          </ac:spMkLst>
        </pc:spChg>
        <pc:spChg chg="add del mod">
          <ac:chgData name="Upadhyaya, Pratheek Shankaranarayana" userId="d86132f3-b278-41c2-8c29-98b709d334a7" providerId="ADAL" clId="{DDAB53BA-B032-41C5-92E3-EDD9AFA2ACC7}" dt="2025-10-14T18:38:38.185" v="69"/>
          <ac:spMkLst>
            <pc:docMk/>
            <pc:sldMk cId="2913719860" sldId="266"/>
            <ac:spMk id="7" creationId="{CBC06F44-CA90-9D51-6390-0878933E90BD}"/>
          </ac:spMkLst>
        </pc:spChg>
        <pc:spChg chg="add del">
          <ac:chgData name="Upadhyaya, Pratheek Shankaranarayana" userId="d86132f3-b278-41c2-8c29-98b709d334a7" providerId="ADAL" clId="{DDAB53BA-B032-41C5-92E3-EDD9AFA2ACC7}" dt="2025-10-14T18:32:27.525" v="25" actId="26606"/>
          <ac:spMkLst>
            <pc:docMk/>
            <pc:sldMk cId="2913719860" sldId="266"/>
            <ac:spMk id="9" creationId="{924D84CD-5280-4B52-B96E-8EDAA2B20C51}"/>
          </ac:spMkLst>
        </pc:spChg>
        <pc:spChg chg="add">
          <ac:chgData name="Upadhyaya, Pratheek Shankaranarayana" userId="d86132f3-b278-41c2-8c29-98b709d334a7" providerId="ADAL" clId="{DDAB53BA-B032-41C5-92E3-EDD9AFA2ACC7}" dt="2025-10-14T18:38:48.250" v="72" actId="26606"/>
          <ac:spMkLst>
            <pc:docMk/>
            <pc:sldMk cId="2913719860" sldId="266"/>
            <ac:spMk id="10" creationId="{BACC6370-2D7E-4714-9D71-7542949D7D5D}"/>
          </ac:spMkLst>
        </pc:spChg>
        <pc:spChg chg="add del">
          <ac:chgData name="Upadhyaya, Pratheek Shankaranarayana" userId="d86132f3-b278-41c2-8c29-98b709d334a7" providerId="ADAL" clId="{DDAB53BA-B032-41C5-92E3-EDD9AFA2ACC7}" dt="2025-10-14T18:32:27.525" v="25" actId="26606"/>
          <ac:spMkLst>
            <pc:docMk/>
            <pc:sldMk cId="2913719860" sldId="266"/>
            <ac:spMk id="11" creationId="{6BC8DD5A-2177-6753-E2F9-C07A00190B7A}"/>
          </ac:spMkLst>
        </pc:spChg>
        <pc:spChg chg="add">
          <ac:chgData name="Upadhyaya, Pratheek Shankaranarayana" userId="d86132f3-b278-41c2-8c29-98b709d334a7" providerId="ADAL" clId="{DDAB53BA-B032-41C5-92E3-EDD9AFA2ACC7}" dt="2025-10-14T18:38:48.250" v="72" actId="26606"/>
          <ac:spMkLst>
            <pc:docMk/>
            <pc:sldMk cId="2913719860" sldId="266"/>
            <ac:spMk id="12" creationId="{AAD0DBB9-1A4B-4391-81D4-CB19F9AB918A}"/>
          </ac:spMkLst>
        </pc:spChg>
        <pc:spChg chg="add del">
          <ac:chgData name="Upadhyaya, Pratheek Shankaranarayana" userId="d86132f3-b278-41c2-8c29-98b709d334a7" providerId="ADAL" clId="{DDAB53BA-B032-41C5-92E3-EDD9AFA2ACC7}" dt="2025-10-14T18:32:53.538" v="27" actId="26606"/>
          <ac:spMkLst>
            <pc:docMk/>
            <pc:sldMk cId="2913719860" sldId="266"/>
            <ac:spMk id="13" creationId="{BCED4D40-4B67-4331-AC48-79B82B4A47D8}"/>
          </ac:spMkLst>
        </pc:spChg>
        <pc:spChg chg="add del">
          <ac:chgData name="Upadhyaya, Pratheek Shankaranarayana" userId="d86132f3-b278-41c2-8c29-98b709d334a7" providerId="ADAL" clId="{DDAB53BA-B032-41C5-92E3-EDD9AFA2ACC7}" dt="2025-10-14T18:32:53.538" v="27" actId="26606"/>
          <ac:spMkLst>
            <pc:docMk/>
            <pc:sldMk cId="2913719860" sldId="266"/>
            <ac:spMk id="14" creationId="{670CEDEF-4F34-412E-84EE-329C1E936AF5}"/>
          </ac:spMkLst>
        </pc:spChg>
        <pc:spChg chg="add">
          <ac:chgData name="Upadhyaya, Pratheek Shankaranarayana" userId="d86132f3-b278-41c2-8c29-98b709d334a7" providerId="ADAL" clId="{DDAB53BA-B032-41C5-92E3-EDD9AFA2ACC7}" dt="2025-10-14T18:38:48.250" v="72" actId="26606"/>
          <ac:spMkLst>
            <pc:docMk/>
            <pc:sldMk cId="2913719860" sldId="266"/>
            <ac:spMk id="15" creationId="{F68B3F68-107C-434F-AA38-110D5EA91B85}"/>
          </ac:spMkLst>
        </pc:spChg>
        <pc:spChg chg="add del">
          <ac:chgData name="Upadhyaya, Pratheek Shankaranarayana" userId="d86132f3-b278-41c2-8c29-98b709d334a7" providerId="ADAL" clId="{DDAB53BA-B032-41C5-92E3-EDD9AFA2ACC7}" dt="2025-10-14T18:32:59.048" v="29" actId="26606"/>
          <ac:spMkLst>
            <pc:docMk/>
            <pc:sldMk cId="2913719860" sldId="266"/>
            <ac:spMk id="16" creationId="{337940BB-FBC4-492E-BD92-3B7B914D0EAE}"/>
          </ac:spMkLst>
        </pc:spChg>
        <pc:spChg chg="add del">
          <ac:chgData name="Upadhyaya, Pratheek Shankaranarayana" userId="d86132f3-b278-41c2-8c29-98b709d334a7" providerId="ADAL" clId="{DDAB53BA-B032-41C5-92E3-EDD9AFA2ACC7}" dt="2025-10-14T18:32:59.048" v="29" actId="26606"/>
          <ac:spMkLst>
            <pc:docMk/>
            <pc:sldMk cId="2913719860" sldId="266"/>
            <ac:spMk id="17" creationId="{3FCFB1DE-0B7E-48CC-BA90-B2AB0889F9D6}"/>
          </ac:spMkLst>
        </pc:spChg>
        <pc:spChg chg="add">
          <ac:chgData name="Upadhyaya, Pratheek Shankaranarayana" userId="d86132f3-b278-41c2-8c29-98b709d334a7" providerId="ADAL" clId="{DDAB53BA-B032-41C5-92E3-EDD9AFA2ACC7}" dt="2025-10-14T18:38:48.250" v="72" actId="26606"/>
          <ac:spMkLst>
            <pc:docMk/>
            <pc:sldMk cId="2913719860" sldId="266"/>
            <ac:spMk id="19" creationId="{063BBA22-50EA-4C4D-BE05-F1CE4E63AA56}"/>
          </ac:spMkLst>
        </pc:spChg>
        <pc:graphicFrameChg chg="add del mod modGraphic">
          <ac:chgData name="Upadhyaya, Pratheek Shankaranarayana" userId="d86132f3-b278-41c2-8c29-98b709d334a7" providerId="ADAL" clId="{DDAB53BA-B032-41C5-92E3-EDD9AFA2ACC7}" dt="2025-10-14T18:38:37.300" v="68" actId="478"/>
          <ac:graphicFrameMkLst>
            <pc:docMk/>
            <pc:sldMk cId="2913719860" sldId="266"/>
            <ac:graphicFrameMk id="4" creationId="{F28A9D3D-F293-4291-A435-FB6B9925F4A7}"/>
          </ac:graphicFrameMkLst>
        </pc:graphicFrameChg>
        <pc:graphicFrameChg chg="add mod">
          <ac:chgData name="Upadhyaya, Pratheek Shankaranarayana" userId="d86132f3-b278-41c2-8c29-98b709d334a7" providerId="ADAL" clId="{DDAB53BA-B032-41C5-92E3-EDD9AFA2ACC7}" dt="2025-10-14T18:38:26.068" v="67"/>
          <ac:graphicFrameMkLst>
            <pc:docMk/>
            <pc:sldMk cId="2913719860" sldId="266"/>
            <ac:graphicFrameMk id="5" creationId="{0B09306B-F4C9-5E5E-32E5-06BC928A19A9}"/>
          </ac:graphicFrameMkLst>
        </pc:graphicFrameChg>
        <pc:graphicFrameChg chg="add mod modGraphic">
          <ac:chgData name="Upadhyaya, Pratheek Shankaranarayana" userId="d86132f3-b278-41c2-8c29-98b709d334a7" providerId="ADAL" clId="{DDAB53BA-B032-41C5-92E3-EDD9AFA2ACC7}" dt="2025-10-14T18:39:44.013" v="75" actId="2711"/>
          <ac:graphicFrameMkLst>
            <pc:docMk/>
            <pc:sldMk cId="2913719860" sldId="266"/>
            <ac:graphicFrameMk id="8" creationId="{62CCBCDC-2B42-95CD-39C3-A4964BA743C8}"/>
          </ac:graphicFrameMkLst>
        </pc:graphicFrameChg>
      </pc:sldChg>
      <pc:sldChg chg="addSp delSp modSp new mod setBg">
        <pc:chgData name="Upadhyaya, Pratheek Shankaranarayana" userId="d86132f3-b278-41c2-8c29-98b709d334a7" providerId="ADAL" clId="{DDAB53BA-B032-41C5-92E3-EDD9AFA2ACC7}" dt="2025-10-14T18:43:01.037" v="109" actId="2711"/>
        <pc:sldMkLst>
          <pc:docMk/>
          <pc:sldMk cId="371544986" sldId="267"/>
        </pc:sldMkLst>
        <pc:spChg chg="mod">
          <ac:chgData name="Upadhyaya, Pratheek Shankaranarayana" userId="d86132f3-b278-41c2-8c29-98b709d334a7" providerId="ADAL" clId="{DDAB53BA-B032-41C5-92E3-EDD9AFA2ACC7}" dt="2025-10-14T18:41:54.101" v="104" actId="1076"/>
          <ac:spMkLst>
            <pc:docMk/>
            <pc:sldMk cId="371544986" sldId="267"/>
            <ac:spMk id="2" creationId="{77A39D50-E18A-DB3B-DFCD-F776EFFD2AFD}"/>
          </ac:spMkLst>
        </pc:spChg>
        <pc:spChg chg="del">
          <ac:chgData name="Upadhyaya, Pratheek Shankaranarayana" userId="d86132f3-b278-41c2-8c29-98b709d334a7" providerId="ADAL" clId="{DDAB53BA-B032-41C5-92E3-EDD9AFA2ACC7}" dt="2025-10-14T18:36:42.898" v="61"/>
          <ac:spMkLst>
            <pc:docMk/>
            <pc:sldMk cId="371544986" sldId="267"/>
            <ac:spMk id="3" creationId="{17EC4B34-14C9-1686-C52E-61D09BC91A63}"/>
          </ac:spMkLst>
        </pc:spChg>
        <pc:spChg chg="add del">
          <ac:chgData name="Upadhyaya, Pratheek Shankaranarayana" userId="d86132f3-b278-41c2-8c29-98b709d334a7" providerId="ADAL" clId="{DDAB53BA-B032-41C5-92E3-EDD9AFA2ACC7}" dt="2025-10-14T18:37:16.012" v="64" actId="26606"/>
          <ac:spMkLst>
            <pc:docMk/>
            <pc:sldMk cId="371544986" sldId="267"/>
            <ac:spMk id="9" creationId="{D9A7F3BF-8763-4074-AD77-92790AF314D1}"/>
          </ac:spMkLst>
        </pc:spChg>
        <pc:spChg chg="add del">
          <ac:chgData name="Upadhyaya, Pratheek Shankaranarayana" userId="d86132f3-b278-41c2-8c29-98b709d334a7" providerId="ADAL" clId="{DDAB53BA-B032-41C5-92E3-EDD9AFA2ACC7}" dt="2025-10-14T18:40:10.542" v="76" actId="26606"/>
          <ac:spMkLst>
            <pc:docMk/>
            <pc:sldMk cId="371544986" sldId="267"/>
            <ac:spMk id="21" creationId="{BACC6370-2D7E-4714-9D71-7542949D7D5D}"/>
          </ac:spMkLst>
        </pc:spChg>
        <pc:spChg chg="add del">
          <ac:chgData name="Upadhyaya, Pratheek Shankaranarayana" userId="d86132f3-b278-41c2-8c29-98b709d334a7" providerId="ADAL" clId="{DDAB53BA-B032-41C5-92E3-EDD9AFA2ACC7}" dt="2025-10-14T18:40:10.542" v="76" actId="26606"/>
          <ac:spMkLst>
            <pc:docMk/>
            <pc:sldMk cId="371544986" sldId="267"/>
            <ac:spMk id="23" creationId="{F68B3F68-107C-434F-AA38-110D5EA91B85}"/>
          </ac:spMkLst>
        </pc:spChg>
        <pc:spChg chg="add del">
          <ac:chgData name="Upadhyaya, Pratheek Shankaranarayana" userId="d86132f3-b278-41c2-8c29-98b709d334a7" providerId="ADAL" clId="{DDAB53BA-B032-41C5-92E3-EDD9AFA2ACC7}" dt="2025-10-14T18:40:10.542" v="76" actId="26606"/>
          <ac:spMkLst>
            <pc:docMk/>
            <pc:sldMk cId="371544986" sldId="267"/>
            <ac:spMk id="25" creationId="{AAD0DBB9-1A4B-4391-81D4-CB19F9AB918A}"/>
          </ac:spMkLst>
        </pc:spChg>
        <pc:spChg chg="add del">
          <ac:chgData name="Upadhyaya, Pratheek Shankaranarayana" userId="d86132f3-b278-41c2-8c29-98b709d334a7" providerId="ADAL" clId="{DDAB53BA-B032-41C5-92E3-EDD9AFA2ACC7}" dt="2025-10-14T18:40:10.542" v="76" actId="26606"/>
          <ac:spMkLst>
            <pc:docMk/>
            <pc:sldMk cId="371544986" sldId="267"/>
            <ac:spMk id="27" creationId="{063BBA22-50EA-4C4D-BE05-F1CE4E63AA56}"/>
          </ac:spMkLst>
        </pc:spChg>
        <pc:spChg chg="add del">
          <ac:chgData name="Upadhyaya, Pratheek Shankaranarayana" userId="d86132f3-b278-41c2-8c29-98b709d334a7" providerId="ADAL" clId="{DDAB53BA-B032-41C5-92E3-EDD9AFA2ACC7}" dt="2025-10-14T18:41:47.366" v="102" actId="26606"/>
          <ac:spMkLst>
            <pc:docMk/>
            <pc:sldMk cId="371544986" sldId="267"/>
            <ac:spMk id="32" creationId="{BACC6370-2D7E-4714-9D71-7542949D7D5D}"/>
          </ac:spMkLst>
        </pc:spChg>
        <pc:spChg chg="add del">
          <ac:chgData name="Upadhyaya, Pratheek Shankaranarayana" userId="d86132f3-b278-41c2-8c29-98b709d334a7" providerId="ADAL" clId="{DDAB53BA-B032-41C5-92E3-EDD9AFA2ACC7}" dt="2025-10-14T18:41:47.366" v="102" actId="26606"/>
          <ac:spMkLst>
            <pc:docMk/>
            <pc:sldMk cId="371544986" sldId="267"/>
            <ac:spMk id="34" creationId="{B444D337-4D9F-40A8-BA84-C0BFA7A8AD66}"/>
          </ac:spMkLst>
        </pc:spChg>
        <pc:spChg chg="add del">
          <ac:chgData name="Upadhyaya, Pratheek Shankaranarayana" userId="d86132f3-b278-41c2-8c29-98b709d334a7" providerId="ADAL" clId="{DDAB53BA-B032-41C5-92E3-EDD9AFA2ACC7}" dt="2025-10-14T18:41:47.366" v="102" actId="26606"/>
          <ac:spMkLst>
            <pc:docMk/>
            <pc:sldMk cId="371544986" sldId="267"/>
            <ac:spMk id="36" creationId="{70478D1D-B50E-41C8-8A55-36A53D449402}"/>
          </ac:spMkLst>
        </pc:spChg>
        <pc:spChg chg="add">
          <ac:chgData name="Upadhyaya, Pratheek Shankaranarayana" userId="d86132f3-b278-41c2-8c29-98b709d334a7" providerId="ADAL" clId="{DDAB53BA-B032-41C5-92E3-EDD9AFA2ACC7}" dt="2025-10-14T18:41:47.366" v="102" actId="26606"/>
          <ac:spMkLst>
            <pc:docMk/>
            <pc:sldMk cId="371544986" sldId="267"/>
            <ac:spMk id="41" creationId="{08953E74-D241-4DDF-8508-F0365EA13A92}"/>
          </ac:spMkLst>
        </pc:spChg>
        <pc:spChg chg="add">
          <ac:chgData name="Upadhyaya, Pratheek Shankaranarayana" userId="d86132f3-b278-41c2-8c29-98b709d334a7" providerId="ADAL" clId="{DDAB53BA-B032-41C5-92E3-EDD9AFA2ACC7}" dt="2025-10-14T18:41:47.366" v="102" actId="26606"/>
          <ac:spMkLst>
            <pc:docMk/>
            <pc:sldMk cId="371544986" sldId="267"/>
            <ac:spMk id="43" creationId="{5C3C901A-B2F4-4A3C-BCDD-7C8D587ECA2E}"/>
          </ac:spMkLst>
        </pc:spChg>
        <pc:grpChg chg="add del">
          <ac:chgData name="Upadhyaya, Pratheek Shankaranarayana" userId="d86132f3-b278-41c2-8c29-98b709d334a7" providerId="ADAL" clId="{DDAB53BA-B032-41C5-92E3-EDD9AFA2ACC7}" dt="2025-10-14T18:37:16.012" v="64" actId="26606"/>
          <ac:grpSpMkLst>
            <pc:docMk/>
            <pc:sldMk cId="371544986" sldId="267"/>
            <ac:grpSpMk id="11" creationId="{7A9648D6-B41B-42D0-A817-AE2607B0B5B8}"/>
          </ac:grpSpMkLst>
        </pc:grpChg>
        <pc:graphicFrameChg chg="add mod modGraphic">
          <ac:chgData name="Upadhyaya, Pratheek Shankaranarayana" userId="d86132f3-b278-41c2-8c29-98b709d334a7" providerId="ADAL" clId="{DDAB53BA-B032-41C5-92E3-EDD9AFA2ACC7}" dt="2025-10-14T18:43:01.037" v="109" actId="2711"/>
          <ac:graphicFrameMkLst>
            <pc:docMk/>
            <pc:sldMk cId="371544986" sldId="267"/>
            <ac:graphicFrameMk id="4" creationId="{973C7DA8-0E77-474B-050F-C1AE0D7F2357}"/>
          </ac:graphicFrameMkLst>
        </pc:graphicFrameChg>
        <pc:cxnChg chg="add del">
          <ac:chgData name="Upadhyaya, Pratheek Shankaranarayana" userId="d86132f3-b278-41c2-8c29-98b709d334a7" providerId="ADAL" clId="{DDAB53BA-B032-41C5-92E3-EDD9AFA2ACC7}" dt="2025-10-14T18:37:16.012" v="64" actId="26606"/>
          <ac:cxnSpMkLst>
            <pc:docMk/>
            <pc:sldMk cId="371544986" sldId="267"/>
            <ac:cxnSpMk id="16" creationId="{C49DA8F6-BCC1-4447-B54C-57856834B94B}"/>
          </ac:cxnSpMkLst>
        </pc:cxnChg>
      </pc:sldChg>
      <pc:sldChg chg="modSp add mod">
        <pc:chgData name="Upadhyaya, Pratheek Shankaranarayana" userId="d86132f3-b278-41c2-8c29-98b709d334a7" providerId="ADAL" clId="{DDAB53BA-B032-41C5-92E3-EDD9AFA2ACC7}" dt="2025-10-14T18:56:03.105" v="187" actId="2711"/>
        <pc:sldMkLst>
          <pc:docMk/>
          <pc:sldMk cId="3027990270" sldId="268"/>
        </pc:sldMkLst>
        <pc:spChg chg="mod">
          <ac:chgData name="Upadhyaya, Pratheek Shankaranarayana" userId="d86132f3-b278-41c2-8c29-98b709d334a7" providerId="ADAL" clId="{DDAB53BA-B032-41C5-92E3-EDD9AFA2ACC7}" dt="2025-10-14T18:56:03.105" v="187" actId="2711"/>
          <ac:spMkLst>
            <pc:docMk/>
            <pc:sldMk cId="3027990270" sldId="268"/>
            <ac:spMk id="2" creationId="{E290D8AE-CEAB-D71E-24C8-6D07636AC60F}"/>
          </ac:spMkLst>
        </pc:spChg>
        <pc:spChg chg="mod">
          <ac:chgData name="Upadhyaya, Pratheek Shankaranarayana" userId="d86132f3-b278-41c2-8c29-98b709d334a7" providerId="ADAL" clId="{DDAB53BA-B032-41C5-92E3-EDD9AFA2ACC7}" dt="2025-10-14T18:56:03.105" v="187" actId="2711"/>
          <ac:spMkLst>
            <pc:docMk/>
            <pc:sldMk cId="3027990270" sldId="268"/>
            <ac:spMk id="8" creationId="{FAA850BA-4F0B-8288-FB21-35D28119BB42}"/>
          </ac:spMkLst>
        </pc:spChg>
        <pc:spChg chg="mod">
          <ac:chgData name="Upadhyaya, Pratheek Shankaranarayana" userId="d86132f3-b278-41c2-8c29-98b709d334a7" providerId="ADAL" clId="{DDAB53BA-B032-41C5-92E3-EDD9AFA2ACC7}" dt="2025-10-14T18:56:03.105" v="187" actId="2711"/>
          <ac:spMkLst>
            <pc:docMk/>
            <pc:sldMk cId="3027990270" sldId="268"/>
            <ac:spMk id="14" creationId="{10F91CAF-1713-5979-CBF6-D097384981D1}"/>
          </ac:spMkLst>
        </pc:spChg>
      </pc:sldChg>
      <pc:sldChg chg="addSp delSp modSp add mod setBg delDesignElem">
        <pc:chgData name="Upadhyaya, Pratheek Shankaranarayana" userId="d86132f3-b278-41c2-8c29-98b709d334a7" providerId="ADAL" clId="{DDAB53BA-B032-41C5-92E3-EDD9AFA2ACC7}" dt="2025-10-14T18:56:09.332" v="188" actId="26606"/>
        <pc:sldMkLst>
          <pc:docMk/>
          <pc:sldMk cId="3492041396" sldId="269"/>
        </pc:sldMkLst>
        <pc:spChg chg="mod ord">
          <ac:chgData name="Upadhyaya, Pratheek Shankaranarayana" userId="d86132f3-b278-41c2-8c29-98b709d334a7" providerId="ADAL" clId="{DDAB53BA-B032-41C5-92E3-EDD9AFA2ACC7}" dt="2025-10-14T18:56:09.332" v="188" actId="26606"/>
          <ac:spMkLst>
            <pc:docMk/>
            <pc:sldMk cId="3492041396" sldId="269"/>
            <ac:spMk id="2" creationId="{E290D8AE-CEAB-D71E-24C8-6D07636AC60F}"/>
          </ac:spMkLst>
        </pc:spChg>
        <pc:spChg chg="del">
          <ac:chgData name="Upadhyaya, Pratheek Shankaranarayana" userId="d86132f3-b278-41c2-8c29-98b709d334a7" providerId="ADAL" clId="{DDAB53BA-B032-41C5-92E3-EDD9AFA2ACC7}" dt="2025-10-14T18:51:56.540" v="173"/>
          <ac:spMkLst>
            <pc:docMk/>
            <pc:sldMk cId="3492041396" sldId="269"/>
            <ac:spMk id="9" creationId="{66A413F7-FFE1-42E7-8C6C-E9CCC477F811}"/>
          </ac:spMkLst>
        </pc:spChg>
        <pc:spChg chg="del">
          <ac:chgData name="Upadhyaya, Pratheek Shankaranarayana" userId="d86132f3-b278-41c2-8c29-98b709d334a7" providerId="ADAL" clId="{DDAB53BA-B032-41C5-92E3-EDD9AFA2ACC7}" dt="2025-10-14T18:51:56.540" v="173"/>
          <ac:spMkLst>
            <pc:docMk/>
            <pc:sldMk cId="3492041396" sldId="269"/>
            <ac:spMk id="10" creationId="{BCE0B0FD-3413-40CC-A7D8-6A5058608D3C}"/>
          </ac:spMkLst>
        </pc:spChg>
        <pc:spChg chg="add">
          <ac:chgData name="Upadhyaya, Pratheek Shankaranarayana" userId="d86132f3-b278-41c2-8c29-98b709d334a7" providerId="ADAL" clId="{DDAB53BA-B032-41C5-92E3-EDD9AFA2ACC7}" dt="2025-10-14T18:56:09.332" v="188" actId="26606"/>
          <ac:spMkLst>
            <pc:docMk/>
            <pc:sldMk cId="3492041396" sldId="269"/>
            <ac:spMk id="11" creationId="{C4879EFC-8E62-4E00-973C-C45EE9EC676D}"/>
          </ac:spMkLst>
        </pc:spChg>
        <pc:spChg chg="del">
          <ac:chgData name="Upadhyaya, Pratheek Shankaranarayana" userId="d86132f3-b278-41c2-8c29-98b709d334a7" providerId="ADAL" clId="{DDAB53BA-B032-41C5-92E3-EDD9AFA2ACC7}" dt="2025-10-14T18:51:56.540" v="173"/>
          <ac:spMkLst>
            <pc:docMk/>
            <pc:sldMk cId="3492041396" sldId="269"/>
            <ac:spMk id="12" creationId="{904DB13E-F722-4ED6-BB00-556651E95281}"/>
          </ac:spMkLst>
        </pc:spChg>
        <pc:spChg chg="add">
          <ac:chgData name="Upadhyaya, Pratheek Shankaranarayana" userId="d86132f3-b278-41c2-8c29-98b709d334a7" providerId="ADAL" clId="{DDAB53BA-B032-41C5-92E3-EDD9AFA2ACC7}" dt="2025-10-14T18:56:09.332" v="188" actId="26606"/>
          <ac:spMkLst>
            <pc:docMk/>
            <pc:sldMk cId="3492041396" sldId="269"/>
            <ac:spMk id="14" creationId="{D6A9C53F-5F90-40A5-8C85-5412D39C8C68}"/>
          </ac:spMkLst>
        </pc:spChg>
        <pc:spChg chg="del">
          <ac:chgData name="Upadhyaya, Pratheek Shankaranarayana" userId="d86132f3-b278-41c2-8c29-98b709d334a7" providerId="ADAL" clId="{DDAB53BA-B032-41C5-92E3-EDD9AFA2ACC7}" dt="2025-10-14T18:51:56.540" v="173"/>
          <ac:spMkLst>
            <pc:docMk/>
            <pc:sldMk cId="3492041396" sldId="269"/>
            <ac:spMk id="18" creationId="{50C4C044-5B1C-40C8-8C7B-AA5E6D879D3E}"/>
          </ac:spMkLst>
        </pc:spChg>
        <pc:spChg chg="del">
          <ac:chgData name="Upadhyaya, Pratheek Shankaranarayana" userId="d86132f3-b278-41c2-8c29-98b709d334a7" providerId="ADAL" clId="{DDAB53BA-B032-41C5-92E3-EDD9AFA2ACC7}" dt="2025-10-14T18:51:56.540" v="173"/>
          <ac:spMkLst>
            <pc:docMk/>
            <pc:sldMk cId="3492041396" sldId="269"/>
            <ac:spMk id="25" creationId="{A6020133-135E-4D08-9F4A-D76B87578CCD}"/>
          </ac:spMkLst>
        </pc:spChg>
        <pc:spChg chg="del">
          <ac:chgData name="Upadhyaya, Pratheek Shankaranarayana" userId="d86132f3-b278-41c2-8c29-98b709d334a7" providerId="ADAL" clId="{DDAB53BA-B032-41C5-92E3-EDD9AFA2ACC7}" dt="2025-10-14T18:51:56.540" v="173"/>
          <ac:spMkLst>
            <pc:docMk/>
            <pc:sldMk cId="3492041396" sldId="269"/>
            <ac:spMk id="27" creationId="{0E7CA313-2F4B-4574-8399-12EF6A1BF292}"/>
          </ac:spMkLst>
        </pc:spChg>
        <pc:spChg chg="del">
          <ac:chgData name="Upadhyaya, Pratheek Shankaranarayana" userId="d86132f3-b278-41c2-8c29-98b709d334a7" providerId="ADAL" clId="{DDAB53BA-B032-41C5-92E3-EDD9AFA2ACC7}" dt="2025-10-14T18:51:56.540" v="173"/>
          <ac:spMkLst>
            <pc:docMk/>
            <pc:sldMk cId="3492041396" sldId="269"/>
            <ac:spMk id="29" creationId="{2644B391-9BFE-445C-A9EC-F544BB85FBC7}"/>
          </ac:spMkLst>
        </pc:spChg>
        <pc:spChg chg="del">
          <ac:chgData name="Upadhyaya, Pratheek Shankaranarayana" userId="d86132f3-b278-41c2-8c29-98b709d334a7" providerId="ADAL" clId="{DDAB53BA-B032-41C5-92E3-EDD9AFA2ACC7}" dt="2025-10-14T18:51:56.540" v="173"/>
          <ac:spMkLst>
            <pc:docMk/>
            <pc:sldMk cId="3492041396" sldId="269"/>
            <ac:spMk id="31" creationId="{80F26E69-87D9-4655-AE7B-280A87AA3CAD}"/>
          </ac:spMkLst>
        </pc:spChg>
        <pc:grpChg chg="del">
          <ac:chgData name="Upadhyaya, Pratheek Shankaranarayana" userId="d86132f3-b278-41c2-8c29-98b709d334a7" providerId="ADAL" clId="{DDAB53BA-B032-41C5-92E3-EDD9AFA2ACC7}" dt="2025-10-14T18:51:56.540" v="173"/>
          <ac:grpSpMkLst>
            <pc:docMk/>
            <pc:sldMk cId="3492041396" sldId="269"/>
            <ac:grpSpMk id="20" creationId="{E26428D7-C6F3-473D-A360-A3F5C3E8728C}"/>
          </ac:grpSpMkLst>
        </pc:grpChg>
        <pc:picChg chg="mod">
          <ac:chgData name="Upadhyaya, Pratheek Shankaranarayana" userId="d86132f3-b278-41c2-8c29-98b709d334a7" providerId="ADAL" clId="{DDAB53BA-B032-41C5-92E3-EDD9AFA2ACC7}" dt="2025-10-14T18:56:09.332" v="188" actId="26606"/>
          <ac:picMkLst>
            <pc:docMk/>
            <pc:sldMk cId="3492041396" sldId="269"/>
            <ac:picMk id="5" creationId="{386FAC6F-CE18-7ECA-979A-A069525564F2}"/>
          </ac:picMkLst>
        </pc:picChg>
        <pc:picChg chg="mod">
          <ac:chgData name="Upadhyaya, Pratheek Shankaranarayana" userId="d86132f3-b278-41c2-8c29-98b709d334a7" providerId="ADAL" clId="{DDAB53BA-B032-41C5-92E3-EDD9AFA2ACC7}" dt="2025-10-14T18:56:09.332" v="188" actId="26606"/>
          <ac:picMkLst>
            <pc:docMk/>
            <pc:sldMk cId="3492041396" sldId="269"/>
            <ac:picMk id="7" creationId="{0B639855-19A0-0A96-D9D0-CEB0331D5021}"/>
          </ac:picMkLst>
        </pc:picChg>
        <pc:cxnChg chg="del">
          <ac:chgData name="Upadhyaya, Pratheek Shankaranarayana" userId="d86132f3-b278-41c2-8c29-98b709d334a7" providerId="ADAL" clId="{DDAB53BA-B032-41C5-92E3-EDD9AFA2ACC7}" dt="2025-10-14T18:51:56.540" v="173"/>
          <ac:cxnSpMkLst>
            <pc:docMk/>
            <pc:sldMk cId="3492041396" sldId="269"/>
            <ac:cxnSpMk id="33" creationId="{A5EECEE2-745A-4C3E-9A46-1B2ACCDC02D0}"/>
          </ac:cxnSpMkLst>
        </pc:cxnChg>
      </pc:sldChg>
      <pc:sldChg chg="addSp delSp modSp add del mod setBg delDesignElem">
        <pc:chgData name="Upadhyaya, Pratheek Shankaranarayana" userId="d86132f3-b278-41c2-8c29-98b709d334a7" providerId="ADAL" clId="{DDAB53BA-B032-41C5-92E3-EDD9AFA2ACC7}" dt="2025-10-14T18:47:30.610" v="170" actId="26606"/>
        <pc:sldMkLst>
          <pc:docMk/>
          <pc:sldMk cId="1230462705" sldId="270"/>
        </pc:sldMkLst>
        <pc:spChg chg="mod ord">
          <ac:chgData name="Upadhyaya, Pratheek Shankaranarayana" userId="d86132f3-b278-41c2-8c29-98b709d334a7" providerId="ADAL" clId="{DDAB53BA-B032-41C5-92E3-EDD9AFA2ACC7}" dt="2025-10-14T18:47:30.610" v="170" actId="26606"/>
          <ac:spMkLst>
            <pc:docMk/>
            <pc:sldMk cId="1230462705" sldId="270"/>
            <ac:spMk id="2" creationId="{E290D8AE-CEAB-D71E-24C8-6D07636AC60F}"/>
          </ac:spMkLst>
        </pc:spChg>
        <pc:spChg chg="add del">
          <ac:chgData name="Upadhyaya, Pratheek Shankaranarayana" userId="d86132f3-b278-41c2-8c29-98b709d334a7" providerId="ADAL" clId="{DDAB53BA-B032-41C5-92E3-EDD9AFA2ACC7}" dt="2025-10-14T18:46:11.769" v="116"/>
          <ac:spMkLst>
            <pc:docMk/>
            <pc:sldMk cId="1230462705" sldId="270"/>
            <ac:spMk id="9" creationId="{66A413F7-FFE1-42E7-8C6C-E9CCC477F811}"/>
          </ac:spMkLst>
        </pc:spChg>
        <pc:spChg chg="add del">
          <ac:chgData name="Upadhyaya, Pratheek Shankaranarayana" userId="d86132f3-b278-41c2-8c29-98b709d334a7" providerId="ADAL" clId="{DDAB53BA-B032-41C5-92E3-EDD9AFA2ACC7}" dt="2025-10-14T18:46:11.769" v="116"/>
          <ac:spMkLst>
            <pc:docMk/>
            <pc:sldMk cId="1230462705" sldId="270"/>
            <ac:spMk id="10" creationId="{BCE0B0FD-3413-40CC-A7D8-6A5058608D3C}"/>
          </ac:spMkLst>
        </pc:spChg>
        <pc:spChg chg="add del">
          <ac:chgData name="Upadhyaya, Pratheek Shankaranarayana" userId="d86132f3-b278-41c2-8c29-98b709d334a7" providerId="ADAL" clId="{DDAB53BA-B032-41C5-92E3-EDD9AFA2ACC7}" dt="2025-10-14T18:46:52.600" v="157" actId="26606"/>
          <ac:spMkLst>
            <pc:docMk/>
            <pc:sldMk cId="1230462705" sldId="270"/>
            <ac:spMk id="11" creationId="{C4879EFC-8E62-4E00-973C-C45EE9EC676D}"/>
          </ac:spMkLst>
        </pc:spChg>
        <pc:spChg chg="add del">
          <ac:chgData name="Upadhyaya, Pratheek Shankaranarayana" userId="d86132f3-b278-41c2-8c29-98b709d334a7" providerId="ADAL" clId="{DDAB53BA-B032-41C5-92E3-EDD9AFA2ACC7}" dt="2025-10-14T18:46:11.769" v="116"/>
          <ac:spMkLst>
            <pc:docMk/>
            <pc:sldMk cId="1230462705" sldId="270"/>
            <ac:spMk id="12" creationId="{904DB13E-F722-4ED6-BB00-556651E95281}"/>
          </ac:spMkLst>
        </pc:spChg>
        <pc:spChg chg="add del">
          <ac:chgData name="Upadhyaya, Pratheek Shankaranarayana" userId="d86132f3-b278-41c2-8c29-98b709d334a7" providerId="ADAL" clId="{DDAB53BA-B032-41C5-92E3-EDD9AFA2ACC7}" dt="2025-10-14T18:46:58.579" v="161" actId="26606"/>
          <ac:spMkLst>
            <pc:docMk/>
            <pc:sldMk cId="1230462705" sldId="270"/>
            <ac:spMk id="13" creationId="{C4879EFC-8E62-4E00-973C-C45EE9EC676D}"/>
          </ac:spMkLst>
        </pc:spChg>
        <pc:spChg chg="add del">
          <ac:chgData name="Upadhyaya, Pratheek Shankaranarayana" userId="d86132f3-b278-41c2-8c29-98b709d334a7" providerId="ADAL" clId="{DDAB53BA-B032-41C5-92E3-EDD9AFA2ACC7}" dt="2025-10-14T18:46:52.600" v="157" actId="26606"/>
          <ac:spMkLst>
            <pc:docMk/>
            <pc:sldMk cId="1230462705" sldId="270"/>
            <ac:spMk id="14" creationId="{D6A9C53F-5F90-40A5-8C85-5412D39C8C68}"/>
          </ac:spMkLst>
        </pc:spChg>
        <pc:spChg chg="add del">
          <ac:chgData name="Upadhyaya, Pratheek Shankaranarayana" userId="d86132f3-b278-41c2-8c29-98b709d334a7" providerId="ADAL" clId="{DDAB53BA-B032-41C5-92E3-EDD9AFA2ACC7}" dt="2025-10-14T18:46:58.579" v="161" actId="26606"/>
          <ac:spMkLst>
            <pc:docMk/>
            <pc:sldMk cId="1230462705" sldId="270"/>
            <ac:spMk id="15" creationId="{D6A9C53F-5F90-40A5-8C85-5412D39C8C68}"/>
          </ac:spMkLst>
        </pc:spChg>
        <pc:spChg chg="add del">
          <ac:chgData name="Upadhyaya, Pratheek Shankaranarayana" userId="d86132f3-b278-41c2-8c29-98b709d334a7" providerId="ADAL" clId="{DDAB53BA-B032-41C5-92E3-EDD9AFA2ACC7}" dt="2025-10-14T18:46:55.396" v="159" actId="26606"/>
          <ac:spMkLst>
            <pc:docMk/>
            <pc:sldMk cId="1230462705" sldId="270"/>
            <ac:spMk id="16" creationId="{15F33878-D502-4FFA-8ACE-F2AECDB2A23F}"/>
          </ac:spMkLst>
        </pc:spChg>
        <pc:spChg chg="add del">
          <ac:chgData name="Upadhyaya, Pratheek Shankaranarayana" userId="d86132f3-b278-41c2-8c29-98b709d334a7" providerId="ADAL" clId="{DDAB53BA-B032-41C5-92E3-EDD9AFA2ACC7}" dt="2025-10-14T18:46:55.396" v="159" actId="26606"/>
          <ac:spMkLst>
            <pc:docMk/>
            <pc:sldMk cId="1230462705" sldId="270"/>
            <ac:spMk id="17" creationId="{2151139A-886F-4B97-8815-729AD3831BBD}"/>
          </ac:spMkLst>
        </pc:spChg>
        <pc:spChg chg="add del">
          <ac:chgData name="Upadhyaya, Pratheek Shankaranarayana" userId="d86132f3-b278-41c2-8c29-98b709d334a7" providerId="ADAL" clId="{DDAB53BA-B032-41C5-92E3-EDD9AFA2ACC7}" dt="2025-10-14T18:46:11.769" v="116"/>
          <ac:spMkLst>
            <pc:docMk/>
            <pc:sldMk cId="1230462705" sldId="270"/>
            <ac:spMk id="18" creationId="{50C4C044-5B1C-40C8-8C7B-AA5E6D879D3E}"/>
          </ac:spMkLst>
        </pc:spChg>
        <pc:spChg chg="add del">
          <ac:chgData name="Upadhyaya, Pratheek Shankaranarayana" userId="d86132f3-b278-41c2-8c29-98b709d334a7" providerId="ADAL" clId="{DDAB53BA-B032-41C5-92E3-EDD9AFA2ACC7}" dt="2025-10-14T18:46:55.396" v="159" actId="26606"/>
          <ac:spMkLst>
            <pc:docMk/>
            <pc:sldMk cId="1230462705" sldId="270"/>
            <ac:spMk id="19" creationId="{AB5E08C4-8CDD-4623-A5B8-E998C6DEE3B7}"/>
          </ac:spMkLst>
        </pc:spChg>
        <pc:spChg chg="add del">
          <ac:chgData name="Upadhyaya, Pratheek Shankaranarayana" userId="d86132f3-b278-41c2-8c29-98b709d334a7" providerId="ADAL" clId="{DDAB53BA-B032-41C5-92E3-EDD9AFA2ACC7}" dt="2025-10-14T18:46:55.396" v="159" actId="26606"/>
          <ac:spMkLst>
            <pc:docMk/>
            <pc:sldMk cId="1230462705" sldId="270"/>
            <ac:spMk id="21" creationId="{D3539FEE-81D3-4406-802E-60B20B16F4F6}"/>
          </ac:spMkLst>
        </pc:spChg>
        <pc:spChg chg="add del">
          <ac:chgData name="Upadhyaya, Pratheek Shankaranarayana" userId="d86132f3-b278-41c2-8c29-98b709d334a7" providerId="ADAL" clId="{DDAB53BA-B032-41C5-92E3-EDD9AFA2ACC7}" dt="2025-10-14T18:46:55.396" v="159" actId="26606"/>
          <ac:spMkLst>
            <pc:docMk/>
            <pc:sldMk cId="1230462705" sldId="270"/>
            <ac:spMk id="22" creationId="{DC701763-729E-462F-A5A8-E0DEFEB1E2E4}"/>
          </ac:spMkLst>
        </pc:spChg>
        <pc:spChg chg="add del">
          <ac:chgData name="Upadhyaya, Pratheek Shankaranarayana" userId="d86132f3-b278-41c2-8c29-98b709d334a7" providerId="ADAL" clId="{DDAB53BA-B032-41C5-92E3-EDD9AFA2ACC7}" dt="2025-10-14T18:47:00.648" v="163" actId="26606"/>
          <ac:spMkLst>
            <pc:docMk/>
            <pc:sldMk cId="1230462705" sldId="270"/>
            <ac:spMk id="23" creationId="{99ED5833-B85B-4103-8A3B-CAB0308E6C15}"/>
          </ac:spMkLst>
        </pc:spChg>
        <pc:spChg chg="add del">
          <ac:chgData name="Upadhyaya, Pratheek Shankaranarayana" userId="d86132f3-b278-41c2-8c29-98b709d334a7" providerId="ADAL" clId="{DDAB53BA-B032-41C5-92E3-EDD9AFA2ACC7}" dt="2025-10-14T18:46:11.769" v="116"/>
          <ac:spMkLst>
            <pc:docMk/>
            <pc:sldMk cId="1230462705" sldId="270"/>
            <ac:spMk id="25" creationId="{A6020133-135E-4D08-9F4A-D76B87578CCD}"/>
          </ac:spMkLst>
        </pc:spChg>
        <pc:spChg chg="add del">
          <ac:chgData name="Upadhyaya, Pratheek Shankaranarayana" userId="d86132f3-b278-41c2-8c29-98b709d334a7" providerId="ADAL" clId="{DDAB53BA-B032-41C5-92E3-EDD9AFA2ACC7}" dt="2025-10-14T18:47:30.610" v="170" actId="26606"/>
          <ac:spMkLst>
            <pc:docMk/>
            <pc:sldMk cId="1230462705" sldId="270"/>
            <ac:spMk id="26" creationId="{C4879EFC-8E62-4E00-973C-C45EE9EC676D}"/>
          </ac:spMkLst>
        </pc:spChg>
        <pc:spChg chg="add del">
          <ac:chgData name="Upadhyaya, Pratheek Shankaranarayana" userId="d86132f3-b278-41c2-8c29-98b709d334a7" providerId="ADAL" clId="{DDAB53BA-B032-41C5-92E3-EDD9AFA2ACC7}" dt="2025-10-14T18:46:11.769" v="116"/>
          <ac:spMkLst>
            <pc:docMk/>
            <pc:sldMk cId="1230462705" sldId="270"/>
            <ac:spMk id="27" creationId="{0E7CA313-2F4B-4574-8399-12EF6A1BF292}"/>
          </ac:spMkLst>
        </pc:spChg>
        <pc:spChg chg="add del">
          <ac:chgData name="Upadhyaya, Pratheek Shankaranarayana" userId="d86132f3-b278-41c2-8c29-98b709d334a7" providerId="ADAL" clId="{DDAB53BA-B032-41C5-92E3-EDD9AFA2ACC7}" dt="2025-10-14T18:47:30.610" v="170" actId="26606"/>
          <ac:spMkLst>
            <pc:docMk/>
            <pc:sldMk cId="1230462705" sldId="270"/>
            <ac:spMk id="28" creationId="{D6A9C53F-5F90-40A5-8C85-5412D39C8C68}"/>
          </ac:spMkLst>
        </pc:spChg>
        <pc:spChg chg="add del">
          <ac:chgData name="Upadhyaya, Pratheek Shankaranarayana" userId="d86132f3-b278-41c2-8c29-98b709d334a7" providerId="ADAL" clId="{DDAB53BA-B032-41C5-92E3-EDD9AFA2ACC7}" dt="2025-10-14T18:46:11.769" v="116"/>
          <ac:spMkLst>
            <pc:docMk/>
            <pc:sldMk cId="1230462705" sldId="270"/>
            <ac:spMk id="29" creationId="{2644B391-9BFE-445C-A9EC-F544BB85FBC7}"/>
          </ac:spMkLst>
        </pc:spChg>
        <pc:spChg chg="add del">
          <ac:chgData name="Upadhyaya, Pratheek Shankaranarayana" userId="d86132f3-b278-41c2-8c29-98b709d334a7" providerId="ADAL" clId="{DDAB53BA-B032-41C5-92E3-EDD9AFA2ACC7}" dt="2025-10-14T18:47:30.610" v="170" actId="26606"/>
          <ac:spMkLst>
            <pc:docMk/>
            <pc:sldMk cId="1230462705" sldId="270"/>
            <ac:spMk id="30" creationId="{2151139A-886F-4B97-8815-729AD3831BBD}"/>
          </ac:spMkLst>
        </pc:spChg>
        <pc:spChg chg="add del">
          <ac:chgData name="Upadhyaya, Pratheek Shankaranarayana" userId="d86132f3-b278-41c2-8c29-98b709d334a7" providerId="ADAL" clId="{DDAB53BA-B032-41C5-92E3-EDD9AFA2ACC7}" dt="2025-10-14T18:46:11.769" v="116"/>
          <ac:spMkLst>
            <pc:docMk/>
            <pc:sldMk cId="1230462705" sldId="270"/>
            <ac:spMk id="31" creationId="{80F26E69-87D9-4655-AE7B-280A87AA3CAD}"/>
          </ac:spMkLst>
        </pc:spChg>
        <pc:spChg chg="add del">
          <ac:chgData name="Upadhyaya, Pratheek Shankaranarayana" userId="d86132f3-b278-41c2-8c29-98b709d334a7" providerId="ADAL" clId="{DDAB53BA-B032-41C5-92E3-EDD9AFA2ACC7}" dt="2025-10-14T18:47:30.610" v="170" actId="26606"/>
          <ac:spMkLst>
            <pc:docMk/>
            <pc:sldMk cId="1230462705" sldId="270"/>
            <ac:spMk id="35" creationId="{AB5E08C4-8CDD-4623-A5B8-E998C6DEE3B7}"/>
          </ac:spMkLst>
        </pc:spChg>
        <pc:spChg chg="add del">
          <ac:chgData name="Upadhyaya, Pratheek Shankaranarayana" userId="d86132f3-b278-41c2-8c29-98b709d334a7" providerId="ADAL" clId="{DDAB53BA-B032-41C5-92E3-EDD9AFA2ACC7}" dt="2025-10-14T18:47:30.610" v="170" actId="26606"/>
          <ac:spMkLst>
            <pc:docMk/>
            <pc:sldMk cId="1230462705" sldId="270"/>
            <ac:spMk id="37" creationId="{15F33878-D502-4FFA-8ACE-F2AECDB2A23F}"/>
          </ac:spMkLst>
        </pc:spChg>
        <pc:spChg chg="add del">
          <ac:chgData name="Upadhyaya, Pratheek Shankaranarayana" userId="d86132f3-b278-41c2-8c29-98b709d334a7" providerId="ADAL" clId="{DDAB53BA-B032-41C5-92E3-EDD9AFA2ACC7}" dt="2025-10-14T18:47:30.610" v="170" actId="26606"/>
          <ac:spMkLst>
            <pc:docMk/>
            <pc:sldMk cId="1230462705" sldId="270"/>
            <ac:spMk id="39" creationId="{D3539FEE-81D3-4406-802E-60B20B16F4F6}"/>
          </ac:spMkLst>
        </pc:spChg>
        <pc:spChg chg="add del">
          <ac:chgData name="Upadhyaya, Pratheek Shankaranarayana" userId="d86132f3-b278-41c2-8c29-98b709d334a7" providerId="ADAL" clId="{DDAB53BA-B032-41C5-92E3-EDD9AFA2ACC7}" dt="2025-10-14T18:47:30.610" v="170" actId="26606"/>
          <ac:spMkLst>
            <pc:docMk/>
            <pc:sldMk cId="1230462705" sldId="270"/>
            <ac:spMk id="41" creationId="{DC701763-729E-462F-A5A8-E0DEFEB1E2E4}"/>
          </ac:spMkLst>
        </pc:spChg>
        <pc:grpChg chg="add del">
          <ac:chgData name="Upadhyaya, Pratheek Shankaranarayana" userId="d86132f3-b278-41c2-8c29-98b709d334a7" providerId="ADAL" clId="{DDAB53BA-B032-41C5-92E3-EDD9AFA2ACC7}" dt="2025-10-14T18:46:11.769" v="116"/>
          <ac:grpSpMkLst>
            <pc:docMk/>
            <pc:sldMk cId="1230462705" sldId="270"/>
            <ac:grpSpMk id="20" creationId="{E26428D7-C6F3-473D-A360-A3F5C3E8728C}"/>
          </ac:grpSpMkLst>
        </pc:grpChg>
        <pc:picChg chg="mod ord">
          <ac:chgData name="Upadhyaya, Pratheek Shankaranarayana" userId="d86132f3-b278-41c2-8c29-98b709d334a7" providerId="ADAL" clId="{DDAB53BA-B032-41C5-92E3-EDD9AFA2ACC7}" dt="2025-10-14T18:47:30.610" v="170" actId="26606"/>
          <ac:picMkLst>
            <pc:docMk/>
            <pc:sldMk cId="1230462705" sldId="270"/>
            <ac:picMk id="5" creationId="{81EA805E-06D1-8C7F-13BD-163391F89919}"/>
          </ac:picMkLst>
        </pc:picChg>
        <pc:picChg chg="mod ord">
          <ac:chgData name="Upadhyaya, Pratheek Shankaranarayana" userId="d86132f3-b278-41c2-8c29-98b709d334a7" providerId="ADAL" clId="{DDAB53BA-B032-41C5-92E3-EDD9AFA2ACC7}" dt="2025-10-14T18:47:30.610" v="170" actId="26606"/>
          <ac:picMkLst>
            <pc:docMk/>
            <pc:sldMk cId="1230462705" sldId="270"/>
            <ac:picMk id="7" creationId="{DF52F413-F1C7-5215-D633-A908853A9F2C}"/>
          </ac:picMkLst>
        </pc:picChg>
        <pc:cxnChg chg="add del">
          <ac:chgData name="Upadhyaya, Pratheek Shankaranarayana" userId="d86132f3-b278-41c2-8c29-98b709d334a7" providerId="ADAL" clId="{DDAB53BA-B032-41C5-92E3-EDD9AFA2ACC7}" dt="2025-10-14T18:46:11.769" v="116"/>
          <ac:cxnSpMkLst>
            <pc:docMk/>
            <pc:sldMk cId="1230462705" sldId="270"/>
            <ac:cxnSpMk id="33" creationId="{A5EECEE2-745A-4C3E-9A46-1B2ACCDC02D0}"/>
          </ac:cxnSpMkLst>
        </pc:cxnChg>
      </pc:sldChg>
      <pc:sldChg chg="modSp add mod">
        <pc:chgData name="Upadhyaya, Pratheek Shankaranarayana" userId="d86132f3-b278-41c2-8c29-98b709d334a7" providerId="ADAL" clId="{DDAB53BA-B032-41C5-92E3-EDD9AFA2ACC7}" dt="2025-10-14T18:55:35.955" v="185" actId="2711"/>
        <pc:sldMkLst>
          <pc:docMk/>
          <pc:sldMk cId="3645559389" sldId="271"/>
        </pc:sldMkLst>
        <pc:spChg chg="mod">
          <ac:chgData name="Upadhyaya, Pratheek Shankaranarayana" userId="d86132f3-b278-41c2-8c29-98b709d334a7" providerId="ADAL" clId="{DDAB53BA-B032-41C5-92E3-EDD9AFA2ACC7}" dt="2025-10-14T18:52:09.107" v="176" actId="2711"/>
          <ac:spMkLst>
            <pc:docMk/>
            <pc:sldMk cId="3645559389" sldId="271"/>
            <ac:spMk id="2" creationId="{E290D8AE-CEAB-D71E-24C8-6D07636AC60F}"/>
          </ac:spMkLst>
        </pc:spChg>
        <pc:spChg chg="mod">
          <ac:chgData name="Upadhyaya, Pratheek Shankaranarayana" userId="d86132f3-b278-41c2-8c29-98b709d334a7" providerId="ADAL" clId="{DDAB53BA-B032-41C5-92E3-EDD9AFA2ACC7}" dt="2025-10-14T18:52:29.521" v="180" actId="20577"/>
          <ac:spMkLst>
            <pc:docMk/>
            <pc:sldMk cId="3645559389" sldId="271"/>
            <ac:spMk id="3" creationId="{4055A253-567F-9C72-D58E-490845A8EAF4}"/>
          </ac:spMkLst>
        </pc:spChg>
        <pc:spChg chg="mod">
          <ac:chgData name="Upadhyaya, Pratheek Shankaranarayana" userId="d86132f3-b278-41c2-8c29-98b709d334a7" providerId="ADAL" clId="{DDAB53BA-B032-41C5-92E3-EDD9AFA2ACC7}" dt="2025-10-14T18:52:43.470" v="182" actId="1076"/>
          <ac:spMkLst>
            <pc:docMk/>
            <pc:sldMk cId="3645559389" sldId="271"/>
            <ac:spMk id="4" creationId="{C869CFB0-A1C0-AAF8-D83D-BDDBFC234814}"/>
          </ac:spMkLst>
        </pc:spChg>
        <pc:spChg chg="mod">
          <ac:chgData name="Upadhyaya, Pratheek Shankaranarayana" userId="d86132f3-b278-41c2-8c29-98b709d334a7" providerId="ADAL" clId="{DDAB53BA-B032-41C5-92E3-EDD9AFA2ACC7}" dt="2025-10-14T18:55:35.955" v="185" actId="2711"/>
          <ac:spMkLst>
            <pc:docMk/>
            <pc:sldMk cId="3645559389" sldId="271"/>
            <ac:spMk id="7" creationId="{748F0A06-5D42-68A5-A73E-E2BF9A6FC081}"/>
          </ac:spMkLst>
        </pc:spChg>
        <pc:spChg chg="mod">
          <ac:chgData name="Upadhyaya, Pratheek Shankaranarayana" userId="d86132f3-b278-41c2-8c29-98b709d334a7" providerId="ADAL" clId="{DDAB53BA-B032-41C5-92E3-EDD9AFA2ACC7}" dt="2025-10-14T18:55:35.955" v="185" actId="2711"/>
          <ac:spMkLst>
            <pc:docMk/>
            <pc:sldMk cId="3645559389" sldId="271"/>
            <ac:spMk id="8" creationId="{FAA850BA-4F0B-8288-FB21-35D28119BB42}"/>
          </ac:spMkLst>
        </pc:spChg>
        <pc:picChg chg="mod">
          <ac:chgData name="Upadhyaya, Pratheek Shankaranarayana" userId="d86132f3-b278-41c2-8c29-98b709d334a7" providerId="ADAL" clId="{DDAB53BA-B032-41C5-92E3-EDD9AFA2ACC7}" dt="2025-10-14T18:52:37.905" v="181" actId="1076"/>
          <ac:picMkLst>
            <pc:docMk/>
            <pc:sldMk cId="3645559389" sldId="271"/>
            <ac:picMk id="6" creationId="{5ECBC089-E5FB-5EAE-D8A3-D5D8F453DF49}"/>
          </ac:picMkLst>
        </pc:picChg>
      </pc:sldChg>
      <pc:sldChg chg="modSp add mod">
        <pc:chgData name="Upadhyaya, Pratheek Shankaranarayana" userId="d86132f3-b278-41c2-8c29-98b709d334a7" providerId="ADAL" clId="{DDAB53BA-B032-41C5-92E3-EDD9AFA2ACC7}" dt="2025-10-14T18:55:43.651" v="186" actId="2711"/>
        <pc:sldMkLst>
          <pc:docMk/>
          <pc:sldMk cId="1868811122" sldId="272"/>
        </pc:sldMkLst>
        <pc:spChg chg="mod">
          <ac:chgData name="Upadhyaya, Pratheek Shankaranarayana" userId="d86132f3-b278-41c2-8c29-98b709d334a7" providerId="ADAL" clId="{DDAB53BA-B032-41C5-92E3-EDD9AFA2ACC7}" dt="2025-10-14T18:55:22.312" v="183" actId="2711"/>
          <ac:spMkLst>
            <pc:docMk/>
            <pc:sldMk cId="1868811122" sldId="272"/>
            <ac:spMk id="2" creationId="{E290D8AE-CEAB-D71E-24C8-6D07636AC60F}"/>
          </ac:spMkLst>
        </pc:spChg>
        <pc:spChg chg="mod">
          <ac:chgData name="Upadhyaya, Pratheek Shankaranarayana" userId="d86132f3-b278-41c2-8c29-98b709d334a7" providerId="ADAL" clId="{DDAB53BA-B032-41C5-92E3-EDD9AFA2ACC7}" dt="2025-10-14T18:55:43.651" v="186" actId="2711"/>
          <ac:spMkLst>
            <pc:docMk/>
            <pc:sldMk cId="1868811122" sldId="272"/>
            <ac:spMk id="8" creationId="{FAA850BA-4F0B-8288-FB21-35D28119BB42}"/>
          </ac:spMkLst>
        </pc:spChg>
        <pc:spChg chg="mod">
          <ac:chgData name="Upadhyaya, Pratheek Shankaranarayana" userId="d86132f3-b278-41c2-8c29-98b709d334a7" providerId="ADAL" clId="{DDAB53BA-B032-41C5-92E3-EDD9AFA2ACC7}" dt="2025-10-14T18:55:43.651" v="186" actId="2711"/>
          <ac:spMkLst>
            <pc:docMk/>
            <pc:sldMk cId="1868811122" sldId="272"/>
            <ac:spMk id="14" creationId="{10F91CAF-1713-5979-CBF6-D097384981D1}"/>
          </ac:spMkLst>
        </pc:spChg>
        <pc:spChg chg="mod">
          <ac:chgData name="Upadhyaya, Pratheek Shankaranarayana" userId="d86132f3-b278-41c2-8c29-98b709d334a7" providerId="ADAL" clId="{DDAB53BA-B032-41C5-92E3-EDD9AFA2ACC7}" dt="2025-10-14T18:55:43.651" v="186" actId="2711"/>
          <ac:spMkLst>
            <pc:docMk/>
            <pc:sldMk cId="1868811122" sldId="272"/>
            <ac:spMk id="15" creationId="{3E69B6D7-F06C-BCD4-42E4-7F8817698723}"/>
          </ac:spMkLst>
        </pc:spChg>
      </pc:sldChg>
      <pc:sldChg chg="addSp delSp modSp add mod setBg delDesignElem">
        <pc:chgData name="Upadhyaya, Pratheek Shankaranarayana" userId="d86132f3-b278-41c2-8c29-98b709d334a7" providerId="ADAL" clId="{DDAB53BA-B032-41C5-92E3-EDD9AFA2ACC7}" dt="2025-10-14T18:56:26.672" v="189" actId="26606"/>
        <pc:sldMkLst>
          <pc:docMk/>
          <pc:sldMk cId="3669795159" sldId="273"/>
        </pc:sldMkLst>
        <pc:spChg chg="mod">
          <ac:chgData name="Upadhyaya, Pratheek Shankaranarayana" userId="d86132f3-b278-41c2-8c29-98b709d334a7" providerId="ADAL" clId="{DDAB53BA-B032-41C5-92E3-EDD9AFA2ACC7}" dt="2025-10-14T18:56:26.672" v="189" actId="26606"/>
          <ac:spMkLst>
            <pc:docMk/>
            <pc:sldMk cId="3669795159" sldId="273"/>
            <ac:spMk id="2" creationId="{E290D8AE-CEAB-D71E-24C8-6D07636AC60F}"/>
          </ac:spMkLst>
        </pc:spChg>
        <pc:spChg chg="del">
          <ac:chgData name="Upadhyaya, Pratheek Shankaranarayana" userId="d86132f3-b278-41c2-8c29-98b709d334a7" providerId="ADAL" clId="{DDAB53BA-B032-41C5-92E3-EDD9AFA2ACC7}" dt="2025-10-14T18:51:56.540" v="173"/>
          <ac:spMkLst>
            <pc:docMk/>
            <pc:sldMk cId="3669795159" sldId="273"/>
            <ac:spMk id="9" creationId="{66A413F7-FFE1-42E7-8C6C-E9CCC477F811}"/>
          </ac:spMkLst>
        </pc:spChg>
        <pc:spChg chg="del">
          <ac:chgData name="Upadhyaya, Pratheek Shankaranarayana" userId="d86132f3-b278-41c2-8c29-98b709d334a7" providerId="ADAL" clId="{DDAB53BA-B032-41C5-92E3-EDD9AFA2ACC7}" dt="2025-10-14T18:51:56.540" v="173"/>
          <ac:spMkLst>
            <pc:docMk/>
            <pc:sldMk cId="3669795159" sldId="273"/>
            <ac:spMk id="10" creationId="{BCE0B0FD-3413-40CC-A7D8-6A5058608D3C}"/>
          </ac:spMkLst>
        </pc:spChg>
        <pc:spChg chg="del">
          <ac:chgData name="Upadhyaya, Pratheek Shankaranarayana" userId="d86132f3-b278-41c2-8c29-98b709d334a7" providerId="ADAL" clId="{DDAB53BA-B032-41C5-92E3-EDD9AFA2ACC7}" dt="2025-10-14T18:51:56.540" v="173"/>
          <ac:spMkLst>
            <pc:docMk/>
            <pc:sldMk cId="3669795159" sldId="273"/>
            <ac:spMk id="12" creationId="{904DB13E-F722-4ED6-BB00-556651E95281}"/>
          </ac:spMkLst>
        </pc:spChg>
        <pc:spChg chg="add">
          <ac:chgData name="Upadhyaya, Pratheek Shankaranarayana" userId="d86132f3-b278-41c2-8c29-98b709d334a7" providerId="ADAL" clId="{DDAB53BA-B032-41C5-92E3-EDD9AFA2ACC7}" dt="2025-10-14T18:56:26.672" v="189" actId="26606"/>
          <ac:spMkLst>
            <pc:docMk/>
            <pc:sldMk cId="3669795159" sldId="273"/>
            <ac:spMk id="13" creationId="{C4879EFC-8E62-4E00-973C-C45EE9EC676D}"/>
          </ac:spMkLst>
        </pc:spChg>
        <pc:spChg chg="add">
          <ac:chgData name="Upadhyaya, Pratheek Shankaranarayana" userId="d86132f3-b278-41c2-8c29-98b709d334a7" providerId="ADAL" clId="{DDAB53BA-B032-41C5-92E3-EDD9AFA2ACC7}" dt="2025-10-14T18:56:26.672" v="189" actId="26606"/>
          <ac:spMkLst>
            <pc:docMk/>
            <pc:sldMk cId="3669795159" sldId="273"/>
            <ac:spMk id="15" creationId="{D6A9C53F-5F90-40A5-8C85-5412D39C8C68}"/>
          </ac:spMkLst>
        </pc:spChg>
        <pc:spChg chg="del">
          <ac:chgData name="Upadhyaya, Pratheek Shankaranarayana" userId="d86132f3-b278-41c2-8c29-98b709d334a7" providerId="ADAL" clId="{DDAB53BA-B032-41C5-92E3-EDD9AFA2ACC7}" dt="2025-10-14T18:51:56.540" v="173"/>
          <ac:spMkLst>
            <pc:docMk/>
            <pc:sldMk cId="3669795159" sldId="273"/>
            <ac:spMk id="18" creationId="{50C4C044-5B1C-40C8-8C7B-AA5E6D879D3E}"/>
          </ac:spMkLst>
        </pc:spChg>
        <pc:spChg chg="del">
          <ac:chgData name="Upadhyaya, Pratheek Shankaranarayana" userId="d86132f3-b278-41c2-8c29-98b709d334a7" providerId="ADAL" clId="{DDAB53BA-B032-41C5-92E3-EDD9AFA2ACC7}" dt="2025-10-14T18:51:56.540" v="173"/>
          <ac:spMkLst>
            <pc:docMk/>
            <pc:sldMk cId="3669795159" sldId="273"/>
            <ac:spMk id="25" creationId="{A6020133-135E-4D08-9F4A-D76B87578CCD}"/>
          </ac:spMkLst>
        </pc:spChg>
        <pc:spChg chg="del">
          <ac:chgData name="Upadhyaya, Pratheek Shankaranarayana" userId="d86132f3-b278-41c2-8c29-98b709d334a7" providerId="ADAL" clId="{DDAB53BA-B032-41C5-92E3-EDD9AFA2ACC7}" dt="2025-10-14T18:51:56.540" v="173"/>
          <ac:spMkLst>
            <pc:docMk/>
            <pc:sldMk cId="3669795159" sldId="273"/>
            <ac:spMk id="27" creationId="{0E7CA313-2F4B-4574-8399-12EF6A1BF292}"/>
          </ac:spMkLst>
        </pc:spChg>
        <pc:spChg chg="del">
          <ac:chgData name="Upadhyaya, Pratheek Shankaranarayana" userId="d86132f3-b278-41c2-8c29-98b709d334a7" providerId="ADAL" clId="{DDAB53BA-B032-41C5-92E3-EDD9AFA2ACC7}" dt="2025-10-14T18:51:56.540" v="173"/>
          <ac:spMkLst>
            <pc:docMk/>
            <pc:sldMk cId="3669795159" sldId="273"/>
            <ac:spMk id="29" creationId="{2644B391-9BFE-445C-A9EC-F544BB85FBC7}"/>
          </ac:spMkLst>
        </pc:spChg>
        <pc:spChg chg="del">
          <ac:chgData name="Upadhyaya, Pratheek Shankaranarayana" userId="d86132f3-b278-41c2-8c29-98b709d334a7" providerId="ADAL" clId="{DDAB53BA-B032-41C5-92E3-EDD9AFA2ACC7}" dt="2025-10-14T18:51:56.540" v="173"/>
          <ac:spMkLst>
            <pc:docMk/>
            <pc:sldMk cId="3669795159" sldId="273"/>
            <ac:spMk id="31" creationId="{80F26E69-87D9-4655-AE7B-280A87AA3CAD}"/>
          </ac:spMkLst>
        </pc:spChg>
        <pc:grpChg chg="del">
          <ac:chgData name="Upadhyaya, Pratheek Shankaranarayana" userId="d86132f3-b278-41c2-8c29-98b709d334a7" providerId="ADAL" clId="{DDAB53BA-B032-41C5-92E3-EDD9AFA2ACC7}" dt="2025-10-14T18:51:56.540" v="173"/>
          <ac:grpSpMkLst>
            <pc:docMk/>
            <pc:sldMk cId="3669795159" sldId="273"/>
            <ac:grpSpMk id="20" creationId="{E26428D7-C6F3-473D-A360-A3F5C3E8728C}"/>
          </ac:grpSpMkLst>
        </pc:grpChg>
        <pc:picChg chg="mod ord">
          <ac:chgData name="Upadhyaya, Pratheek Shankaranarayana" userId="d86132f3-b278-41c2-8c29-98b709d334a7" providerId="ADAL" clId="{DDAB53BA-B032-41C5-92E3-EDD9AFA2ACC7}" dt="2025-10-14T18:56:26.672" v="189" actId="26606"/>
          <ac:picMkLst>
            <pc:docMk/>
            <pc:sldMk cId="3669795159" sldId="273"/>
            <ac:picMk id="4" creationId="{0D48168D-BCBC-3B9B-1A3D-7B517A5988AF}"/>
          </ac:picMkLst>
        </pc:picChg>
        <pc:picChg chg="mod">
          <ac:chgData name="Upadhyaya, Pratheek Shankaranarayana" userId="d86132f3-b278-41c2-8c29-98b709d334a7" providerId="ADAL" clId="{DDAB53BA-B032-41C5-92E3-EDD9AFA2ACC7}" dt="2025-10-14T18:56:26.672" v="189" actId="26606"/>
          <ac:picMkLst>
            <pc:docMk/>
            <pc:sldMk cId="3669795159" sldId="273"/>
            <ac:picMk id="8" creationId="{B5F84397-937F-DD1C-ADEC-35870F52DCA3}"/>
          </ac:picMkLst>
        </pc:picChg>
        <pc:cxnChg chg="del">
          <ac:chgData name="Upadhyaya, Pratheek Shankaranarayana" userId="d86132f3-b278-41c2-8c29-98b709d334a7" providerId="ADAL" clId="{DDAB53BA-B032-41C5-92E3-EDD9AFA2ACC7}" dt="2025-10-14T18:51:56.540" v="173"/>
          <ac:cxnSpMkLst>
            <pc:docMk/>
            <pc:sldMk cId="3669795159" sldId="273"/>
            <ac:cxnSpMk id="33" creationId="{A5EECEE2-745A-4C3E-9A46-1B2ACCDC02D0}"/>
          </ac:cxnSpMkLst>
        </pc:cxnChg>
      </pc:sldChg>
      <pc:sldChg chg="delSp modSp add mod">
        <pc:chgData name="Upadhyaya, Pratheek Shankaranarayana" userId="d86132f3-b278-41c2-8c29-98b709d334a7" providerId="ADAL" clId="{DDAB53BA-B032-41C5-92E3-EDD9AFA2ACC7}" dt="2025-10-14T18:59:40.141" v="214" actId="113"/>
        <pc:sldMkLst>
          <pc:docMk/>
          <pc:sldMk cId="1717644122" sldId="274"/>
        </pc:sldMkLst>
        <pc:spChg chg="mod">
          <ac:chgData name="Upadhyaya, Pratheek Shankaranarayana" userId="d86132f3-b278-41c2-8c29-98b709d334a7" providerId="ADAL" clId="{DDAB53BA-B032-41C5-92E3-EDD9AFA2ACC7}" dt="2025-10-14T18:59:31.314" v="213" actId="20577"/>
          <ac:spMkLst>
            <pc:docMk/>
            <pc:sldMk cId="1717644122" sldId="274"/>
            <ac:spMk id="2" creationId="{E290D8AE-CEAB-D71E-24C8-6D07636AC60F}"/>
          </ac:spMkLst>
        </pc:spChg>
        <pc:spChg chg="mod">
          <ac:chgData name="Upadhyaya, Pratheek Shankaranarayana" userId="d86132f3-b278-41c2-8c29-98b709d334a7" providerId="ADAL" clId="{DDAB53BA-B032-41C5-92E3-EDD9AFA2ACC7}" dt="2025-10-14T18:59:40.141" v="214" actId="113"/>
          <ac:spMkLst>
            <pc:docMk/>
            <pc:sldMk cId="1717644122" sldId="274"/>
            <ac:spMk id="3" creationId="{32B53F0A-5E72-8200-C08D-682DF5657D50}"/>
          </ac:spMkLst>
        </pc:spChg>
        <pc:spChg chg="mod">
          <ac:chgData name="Upadhyaya, Pratheek Shankaranarayana" userId="d86132f3-b278-41c2-8c29-98b709d334a7" providerId="ADAL" clId="{DDAB53BA-B032-41C5-92E3-EDD9AFA2ACC7}" dt="2025-10-14T18:58:56.368" v="191" actId="2711"/>
          <ac:spMkLst>
            <pc:docMk/>
            <pc:sldMk cId="1717644122" sldId="274"/>
            <ac:spMk id="7" creationId="{B32BDC6C-0025-C8AF-ADCF-82BD58937C68}"/>
          </ac:spMkLst>
        </pc:spChg>
        <pc:picChg chg="del">
          <ac:chgData name="Upadhyaya, Pratheek Shankaranarayana" userId="d86132f3-b278-41c2-8c29-98b709d334a7" providerId="ADAL" clId="{DDAB53BA-B032-41C5-92E3-EDD9AFA2ACC7}" dt="2025-10-14T18:59:12.889" v="195" actId="478"/>
          <ac:picMkLst>
            <pc:docMk/>
            <pc:sldMk cId="1717644122" sldId="274"/>
            <ac:picMk id="6" creationId="{EBD1077B-D342-48A0-F749-67F1336EDA0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E406C-EECA-872A-1117-F539F2A944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B46630-34AD-6E77-2BC6-DE39ED4408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49B6E-2749-375C-C6C6-42EF5BDB1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C279D-F6A4-4C22-924D-13B0E463F47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D4001-E8B6-8697-6307-347B8E427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18622-CE99-C42F-ACC9-E60EE9102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58AC6-9A20-48D9-AC7A-76F828AD8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338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23E33-8880-43AE-2ACB-AAA5572FE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CECE1-A0EB-6A0F-6AC7-838061E23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B6589-41FB-8815-B279-228CB0224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C279D-F6A4-4C22-924D-13B0E463F47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42563-CAB3-25AB-FEA6-6CC002925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1D03A-4059-D072-AF6F-1A2FDDF1A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58AC6-9A20-48D9-AC7A-76F828AD8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877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7082B-438F-60DC-300F-699973151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EF841-1327-9C43-622E-2FB23EFC2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E356D-E24F-3C2A-2AA7-991381E2D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C279D-F6A4-4C22-924D-13B0E463F47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9B31D-0B58-3142-D125-3A702699A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DEBBE-B1FA-85AC-8E82-5826251AF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58AC6-9A20-48D9-AC7A-76F828AD8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410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4D542-B507-B0B6-7E05-E4C05DFCA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4F57-940E-18C4-47A2-088558EB41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335E08-E451-F9BA-54B9-DEF5C305C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361A8E-9520-7C3B-D7C0-55051F884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C279D-F6A4-4C22-924D-13B0E463F47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1FA98D-FD7E-FA7B-9813-FDD7D312D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95BC11-0033-D248-84F8-27BE3254F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58AC6-9A20-48D9-AC7A-76F828AD8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88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92F52-F32D-5F46-5398-F29914EE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9B195-07E5-A41D-AC9F-0FEF09974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889AEC-A159-224C-94D0-684D149A9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CE72B7-C462-81BF-840E-AB026E9E1D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21AACF-7161-7C53-469A-2999848E95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151397-EFE1-DC44-409C-0475B73A3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C279D-F6A4-4C22-924D-13B0E463F47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563671-883B-1F99-83A9-0774F21CB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29773A-AA94-E88F-8D88-34E995763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58AC6-9A20-48D9-AC7A-76F828AD8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597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704AB-9294-A932-0EB6-7E3568A5B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765905-4F51-AD55-94C4-AC55904E4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C279D-F6A4-4C22-924D-13B0E463F47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F1E91-87CD-0808-025A-1BD1F0937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194B7A-62D0-7191-6EFB-DAE94FBD6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58AC6-9A20-48D9-AC7A-76F828AD8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276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A35302-FBC3-FC14-2240-D26AE7D3E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C279D-F6A4-4C22-924D-13B0E463F47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322CA4-7CD0-1AA8-9412-BA1E52689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18754-F64C-764F-CC6D-0473B2F1D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58AC6-9A20-48D9-AC7A-76F828AD8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868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09F13-ED6A-E724-FCBF-D10C63140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52F25-7811-3EF3-BC6C-E18A81F7E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52B63A-A7CA-3D66-F742-E848C5A950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2955E8-BB83-D64E-6B26-E0E3FB63C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C279D-F6A4-4C22-924D-13B0E463F47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1A03E4-08EB-8042-036A-CFCE7A2D4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7CC6D-C1EE-0996-9B2E-34AD4C5D8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58AC6-9A20-48D9-AC7A-76F828AD8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760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A60B2-FCFB-DBA6-F7ED-D52D04590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681200-1114-CC9D-25E8-307896CF03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6711BF-944C-D41E-84E3-4ED40DB66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262226-A44A-3BF4-E8F5-7EB96FF5E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C279D-F6A4-4C22-924D-13B0E463F47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F2B802-97C5-486F-8B4F-223A55ED1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15201-08B2-6D14-5F7C-9521FF80E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58AC6-9A20-48D9-AC7A-76F828AD8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448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4E996-6567-2347-2C22-D1225FC21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2DE02B-5A48-5513-9AC6-2AE949538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D6383-0CC4-2065-1E5E-6B90C741A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C279D-F6A4-4C22-924D-13B0E463F47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765D9-B1D5-9C64-96DD-EC6E15564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34FF9-0E5F-C66B-9882-8E550EB29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58AC6-9A20-48D9-AC7A-76F828AD8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179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179350-4BFC-16D7-1EC4-35CAB14B30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5CB0A3-0C93-E5FF-AB33-542DD888DC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B576C0-5B47-9E89-0A77-630F4B4CF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C279D-F6A4-4C22-924D-13B0E463F47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7D98F-1270-2232-56C5-851D8CBB1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C5D16-A376-FCF5-7A4A-9DACD5786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58AC6-9A20-48D9-AC7A-76F828AD8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777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6476B3-1B23-5B67-2723-508D4E497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D6420-59A8-0B17-899A-E9138384E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6AC98-9695-5974-4F65-66F83318B7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C279D-F6A4-4C22-924D-13B0E463F47C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C127D-85B7-FDA4-BBEB-2D60F341FB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D6CBD-7BDE-8097-CDE1-B0E67E03B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858AC6-9A20-48D9-AC7A-76F828AD88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917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3E3DBC-01E7-DFF0-FC2E-0724DD5A1D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6600">
                <a:latin typeface="Abadi" panose="020B0604020104020204" pitchFamily="34" charset="0"/>
              </a:rPr>
              <a:t>RC </a:t>
            </a:r>
            <a:r>
              <a:rPr lang="en-US" sz="6600" err="1">
                <a:latin typeface="Abadi" panose="020B0604020104020204" pitchFamily="34" charset="0"/>
              </a:rPr>
              <a:t>xApp</a:t>
            </a:r>
            <a:r>
              <a:rPr lang="en-US" sz="6600">
                <a:latin typeface="Abadi" panose="020B0604020104020204" pitchFamily="34" charset="0"/>
              </a:rPr>
              <a:t> Implementation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9131B-58DF-2899-9F19-32DE54238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en-US">
                <a:latin typeface="Abadi" panose="020B0604020104020204" pitchFamily="34" charset="0"/>
              </a:rPr>
              <a:t>ECE 5984: 5G-Advanced, O-RAN &amp; 6G </a:t>
            </a:r>
          </a:p>
          <a:p>
            <a:pPr algn="l"/>
            <a:r>
              <a:rPr lang="en-US">
                <a:latin typeface="Abadi" panose="020B0604020104020204" pitchFamily="34" charset="0"/>
              </a:rPr>
              <a:t>Virginia Tech</a:t>
            </a:r>
          </a:p>
          <a:p>
            <a:pPr algn="l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52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BC739-EF44-A7D6-00DD-DA16ADDAD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856" y="72517"/>
            <a:ext cx="10515600" cy="1325563"/>
          </a:xfrm>
        </p:spPr>
        <p:txBody>
          <a:bodyPr/>
          <a:lstStyle/>
          <a:p>
            <a:r>
              <a:rPr lang="en-US">
                <a:latin typeface="Abadi" panose="020B0604020104020204" pitchFamily="34" charset="0"/>
              </a:rPr>
              <a:t>Overview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E8162C8-64EF-8EED-5E91-FDA1BB7D3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856" y="1247775"/>
            <a:ext cx="11534394" cy="5467349"/>
          </a:xfrm>
        </p:spPr>
        <p:txBody>
          <a:bodyPr>
            <a:noAutofit/>
          </a:bodyPr>
          <a:lstStyle/>
          <a:p>
            <a:r>
              <a:rPr lang="en-US" sz="2200">
                <a:latin typeface="Segoe UI" panose="020B0502040204020203" pitchFamily="34" charset="0"/>
                <a:cs typeface="Segoe UI" panose="020B0502040204020203" pitchFamily="34" charset="0"/>
              </a:rPr>
              <a:t>Identify a RAN function to control.</a:t>
            </a:r>
          </a:p>
          <a:p>
            <a:pPr lvl="1"/>
            <a:r>
              <a:rPr lang="en-US" sz="1800">
                <a:latin typeface="Segoe UI" panose="020B0502040204020203" pitchFamily="34" charset="0"/>
                <a:cs typeface="Segoe UI" panose="020B0502040204020203" pitchFamily="34" charset="0"/>
              </a:rPr>
              <a:t>Addition/deletion of a DRB (</a:t>
            </a:r>
            <a:r>
              <a:rPr lang="en-US" sz="1800" err="1">
                <a:latin typeface="Segoe UI" panose="020B0502040204020203" pitchFamily="34" charset="0"/>
                <a:cs typeface="Segoe UI" panose="020B0502040204020203" pitchFamily="34" charset="0"/>
              </a:rPr>
              <a:t>QoE</a:t>
            </a:r>
            <a:r>
              <a:rPr lang="en-US" sz="18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800" err="1">
                <a:latin typeface="Segoe UI" panose="020B0502040204020203" pitchFamily="34" charset="0"/>
                <a:cs typeface="Segoe UI" panose="020B0502040204020203" pitchFamily="34" charset="0"/>
              </a:rPr>
              <a:t>xApp</a:t>
            </a:r>
            <a:r>
              <a:rPr lang="en-US" sz="1800">
                <a:latin typeface="Segoe UI" panose="020B0502040204020203" pitchFamily="34" charset="0"/>
                <a:cs typeface="Segoe UI" panose="020B0502040204020203" pitchFamily="34" charset="0"/>
              </a:rPr>
              <a:t>).</a:t>
            </a:r>
          </a:p>
          <a:p>
            <a:pPr lvl="1"/>
            <a:r>
              <a:rPr lang="en-US" sz="1800" b="1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Release RRC Connection of a particular UE (RRC release </a:t>
            </a:r>
            <a:r>
              <a:rPr lang="en-US" sz="1800" b="1" err="1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xApp</a:t>
            </a:r>
            <a:r>
              <a:rPr lang="en-US" sz="1800" b="1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).</a:t>
            </a:r>
          </a:p>
          <a:p>
            <a:pPr lvl="1"/>
            <a:r>
              <a:rPr lang="en-US" sz="1800">
                <a:latin typeface="Segoe UI" panose="020B0502040204020203" pitchFamily="34" charset="0"/>
                <a:cs typeface="Segoe UI" panose="020B0502040204020203" pitchFamily="34" charset="0"/>
              </a:rPr>
              <a:t>Change PRB allocation of a network slice (Slicing </a:t>
            </a:r>
            <a:r>
              <a:rPr lang="en-US" sz="1800" err="1">
                <a:latin typeface="Segoe UI" panose="020B0502040204020203" pitchFamily="34" charset="0"/>
                <a:cs typeface="Segoe UI" panose="020B0502040204020203" pitchFamily="34" charset="0"/>
              </a:rPr>
              <a:t>xApp</a:t>
            </a:r>
            <a:r>
              <a:rPr lang="en-US" sz="1800">
                <a:latin typeface="Segoe UI" panose="020B0502040204020203" pitchFamily="34" charset="0"/>
                <a:cs typeface="Segoe UI" panose="020B0502040204020203" pitchFamily="34" charset="0"/>
              </a:rPr>
              <a:t>). </a:t>
            </a:r>
          </a:p>
          <a:p>
            <a:r>
              <a:rPr lang="en-US" sz="2200">
                <a:latin typeface="Segoe UI" panose="020B0502040204020203" pitchFamily="34" charset="0"/>
                <a:cs typeface="Segoe UI" panose="020B0502040204020203" pitchFamily="34" charset="0"/>
              </a:rPr>
              <a:t>The RC </a:t>
            </a:r>
            <a:r>
              <a:rPr lang="en-US" sz="2200" err="1">
                <a:latin typeface="Segoe UI" panose="020B0502040204020203" pitchFamily="34" charset="0"/>
                <a:cs typeface="Segoe UI" panose="020B0502040204020203" pitchFamily="34" charset="0"/>
              </a:rPr>
              <a:t>xApp</a:t>
            </a:r>
            <a:r>
              <a:rPr lang="en-US" sz="2200">
                <a:latin typeface="Segoe UI" panose="020B0502040204020203" pitchFamily="34" charset="0"/>
                <a:cs typeface="Segoe UI" panose="020B0502040204020203" pitchFamily="34" charset="0"/>
              </a:rPr>
              <a:t> uses the data structures defined in E2SM-RC to communicate Control Messages to the E2 node.</a:t>
            </a:r>
          </a:p>
          <a:p>
            <a:r>
              <a:rPr lang="en-US" sz="2200">
                <a:latin typeface="Segoe UI" panose="020B0502040204020203" pitchFamily="34" charset="0"/>
                <a:cs typeface="Segoe UI" panose="020B0502040204020203" pitchFamily="34" charset="0"/>
              </a:rPr>
              <a:t>Go over the basics of creating an </a:t>
            </a:r>
            <a:r>
              <a:rPr lang="en-US" sz="2200" err="1">
                <a:latin typeface="Segoe UI" panose="020B0502040204020203" pitchFamily="34" charset="0"/>
                <a:cs typeface="Segoe UI" panose="020B0502040204020203" pitchFamily="34" charset="0"/>
              </a:rPr>
              <a:t>xApp</a:t>
            </a:r>
            <a:r>
              <a:rPr lang="en-US" sz="220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lvl="1"/>
            <a:r>
              <a:rPr lang="en-US" sz="1800" err="1">
                <a:latin typeface="Segoe UI" panose="020B0502040204020203" pitchFamily="34" charset="0"/>
                <a:cs typeface="Segoe UI" panose="020B0502040204020203" pitchFamily="34" charset="0"/>
              </a:rPr>
              <a:t>xApp</a:t>
            </a:r>
            <a:r>
              <a:rPr lang="en-US" sz="1800">
                <a:latin typeface="Segoe UI" panose="020B0502040204020203" pitchFamily="34" charset="0"/>
                <a:cs typeface="Segoe UI" panose="020B0502040204020203" pitchFamily="34" charset="0"/>
              </a:rPr>
              <a:t> initialization.</a:t>
            </a:r>
          </a:p>
          <a:p>
            <a:pPr lvl="1"/>
            <a:r>
              <a:rPr lang="en-US" sz="1800">
                <a:latin typeface="Segoe UI" panose="020B0502040204020203" pitchFamily="34" charset="0"/>
                <a:cs typeface="Segoe UI" panose="020B0502040204020203" pitchFamily="34" charset="0"/>
              </a:rPr>
              <a:t>Connection to near-RT RIC.</a:t>
            </a:r>
          </a:p>
          <a:p>
            <a:r>
              <a:rPr lang="en-US" sz="2200">
                <a:latin typeface="Segoe UI" panose="020B0502040204020203" pitchFamily="34" charset="0"/>
                <a:cs typeface="Segoe UI" panose="020B0502040204020203" pitchFamily="34" charset="0"/>
              </a:rPr>
              <a:t>Subscribing to messages from the RAN.</a:t>
            </a:r>
          </a:p>
          <a:p>
            <a:r>
              <a:rPr lang="en-US" sz="2200">
                <a:latin typeface="Segoe UI" panose="020B0502040204020203" pitchFamily="34" charset="0"/>
                <a:cs typeface="Segoe UI" panose="020B0502040204020203" pitchFamily="34" charset="0"/>
              </a:rPr>
              <a:t>Sending messages to the RIC.</a:t>
            </a:r>
          </a:p>
          <a:p>
            <a:pPr lvl="1"/>
            <a:r>
              <a:rPr lang="en-US" sz="1800">
                <a:latin typeface="Segoe UI" panose="020B0502040204020203" pitchFamily="34" charset="0"/>
                <a:cs typeface="Segoe UI" panose="020B0502040204020203" pitchFamily="34" charset="0"/>
              </a:rPr>
              <a:t>Encoding messages</a:t>
            </a:r>
          </a:p>
          <a:p>
            <a:r>
              <a:rPr lang="en-US" sz="2200">
                <a:latin typeface="Segoe UI" panose="020B0502040204020203" pitchFamily="34" charset="0"/>
                <a:cs typeface="Segoe UI" panose="020B0502040204020203" pitchFamily="34" charset="0"/>
              </a:rPr>
              <a:t>Decoding messages at the RAN (E2 Node).</a:t>
            </a:r>
          </a:p>
          <a:p>
            <a:r>
              <a:rPr lang="en-US" sz="2200">
                <a:latin typeface="Segoe UI" panose="020B0502040204020203" pitchFamily="34" charset="0"/>
                <a:cs typeface="Segoe UI" panose="020B0502040204020203" pitchFamily="34" charset="0"/>
              </a:rPr>
              <a:t>Implement the logic to execute control action once message is received and successfully decoded.</a:t>
            </a:r>
          </a:p>
        </p:txBody>
      </p:sp>
    </p:spTree>
    <p:extLst>
      <p:ext uri="{BB962C8B-B14F-4D97-AF65-F5344CB8AC3E}">
        <p14:creationId xmlns:p14="http://schemas.microsoft.com/office/powerpoint/2010/main" val="1122801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17CA4-D0B1-E90C-1F2D-2DB30B681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Abadi" panose="020B0604020104020204" pitchFamily="34" charset="0"/>
              </a:rPr>
              <a:t>E2SM-RC Services and Styles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2CCBCDC-2B42-95CD-39C3-A4964BA743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2902599"/>
              </p:ext>
            </p:extLst>
          </p:nvPr>
        </p:nvGraphicFramePr>
        <p:xfrm>
          <a:off x="1048944" y="2112579"/>
          <a:ext cx="10118055" cy="4192808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2059400">
                  <a:extLst>
                    <a:ext uri="{9D8B030D-6E8A-4147-A177-3AD203B41FA5}">
                      <a16:colId xmlns:a16="http://schemas.microsoft.com/office/drawing/2014/main" val="1166577962"/>
                    </a:ext>
                  </a:extLst>
                </a:gridCol>
                <a:gridCol w="2195885">
                  <a:extLst>
                    <a:ext uri="{9D8B030D-6E8A-4147-A177-3AD203B41FA5}">
                      <a16:colId xmlns:a16="http://schemas.microsoft.com/office/drawing/2014/main" val="265356870"/>
                    </a:ext>
                  </a:extLst>
                </a:gridCol>
                <a:gridCol w="2984462">
                  <a:extLst>
                    <a:ext uri="{9D8B030D-6E8A-4147-A177-3AD203B41FA5}">
                      <a16:colId xmlns:a16="http://schemas.microsoft.com/office/drawing/2014/main" val="2389966034"/>
                    </a:ext>
                  </a:extLst>
                </a:gridCol>
                <a:gridCol w="2878308">
                  <a:extLst>
                    <a:ext uri="{9D8B030D-6E8A-4147-A177-3AD203B41FA5}">
                      <a16:colId xmlns:a16="http://schemas.microsoft.com/office/drawing/2014/main" val="2257926648"/>
                    </a:ext>
                  </a:extLst>
                </a:gridCol>
              </a:tblGrid>
              <a:tr h="480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>
                          <a:latin typeface="Abadi" panose="020B0604020104020204" pitchFamily="34" charset="0"/>
                        </a:rPr>
                        <a:t>Service Type</a:t>
                      </a:r>
                      <a:endParaRPr lang="en-US" sz="2100">
                        <a:latin typeface="Abadi" panose="020B0604020104020204" pitchFamily="34" charset="0"/>
                      </a:endParaRPr>
                    </a:p>
                  </a:txBody>
                  <a:tcPr marL="109188" marR="109188" marT="54594" marB="545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>
                          <a:latin typeface="Abadi" panose="020B0604020104020204" pitchFamily="34" charset="0"/>
                        </a:rPr>
                        <a:t># Styles (v7.0)</a:t>
                      </a:r>
                      <a:endParaRPr lang="en-US" sz="2100">
                        <a:latin typeface="Abadi" panose="020B0604020104020204" pitchFamily="34" charset="0"/>
                      </a:endParaRPr>
                    </a:p>
                  </a:txBody>
                  <a:tcPr marL="109188" marR="109188" marT="54594" marB="545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>
                          <a:latin typeface="Abadi" panose="020B0604020104020204" pitchFamily="34" charset="0"/>
                        </a:rPr>
                        <a:t>Example Actions</a:t>
                      </a:r>
                      <a:endParaRPr lang="en-US" sz="2100">
                        <a:latin typeface="Abadi" panose="020B0604020104020204" pitchFamily="34" charset="0"/>
                      </a:endParaRPr>
                    </a:p>
                  </a:txBody>
                  <a:tcPr marL="109188" marR="109188" marT="54594" marB="545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>
                          <a:latin typeface="Abadi" panose="020B0604020104020204" pitchFamily="34" charset="0"/>
                        </a:rPr>
                        <a:t>Control Domain</a:t>
                      </a:r>
                      <a:endParaRPr lang="en-US" sz="2100">
                        <a:latin typeface="Abadi" panose="020B0604020104020204" pitchFamily="34" charset="0"/>
                      </a:endParaRPr>
                    </a:p>
                  </a:txBody>
                  <a:tcPr marL="109188" marR="109188" marT="54594" marB="54594" anchor="ctr"/>
                </a:tc>
                <a:extLst>
                  <a:ext uri="{0D108BD9-81ED-4DB2-BD59-A6C34878D82A}">
                    <a16:rowId xmlns:a16="http://schemas.microsoft.com/office/drawing/2014/main" val="2522811400"/>
                  </a:ext>
                </a:extLst>
              </a:tr>
              <a:tr h="480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Abadi" panose="020B0604020104020204" pitchFamily="34" charset="0"/>
                        </a:rPr>
                        <a:t>Report</a:t>
                      </a:r>
                    </a:p>
                  </a:txBody>
                  <a:tcPr marL="109188" marR="109188" marT="54594" marB="545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Abadi" panose="020B0604020104020204" pitchFamily="34" charset="0"/>
                        </a:rPr>
                        <a:t>4</a:t>
                      </a:r>
                    </a:p>
                  </a:txBody>
                  <a:tcPr marL="109188" marR="109188" marT="54594" marB="545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Abadi" panose="020B0604020104020204" pitchFamily="34" charset="0"/>
                        </a:rPr>
                        <a:t>KPM stats, UE context</a:t>
                      </a:r>
                    </a:p>
                  </a:txBody>
                  <a:tcPr marL="109188" marR="109188" marT="54594" marB="545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Abadi" panose="020B0604020104020204" pitchFamily="34" charset="0"/>
                        </a:rPr>
                        <a:t>Monitoring</a:t>
                      </a:r>
                    </a:p>
                  </a:txBody>
                  <a:tcPr marL="109188" marR="109188" marT="54594" marB="54594" anchor="ctr"/>
                </a:tc>
                <a:extLst>
                  <a:ext uri="{0D108BD9-81ED-4DB2-BD59-A6C34878D82A}">
                    <a16:rowId xmlns:a16="http://schemas.microsoft.com/office/drawing/2014/main" val="3930844915"/>
                  </a:ext>
                </a:extLst>
              </a:tr>
              <a:tr h="8079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Abadi" panose="020B0604020104020204" pitchFamily="34" charset="0"/>
                        </a:rPr>
                        <a:t>Insert</a:t>
                      </a:r>
                    </a:p>
                  </a:txBody>
                  <a:tcPr marL="109188" marR="109188" marT="54594" marB="545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Abadi" panose="020B0604020104020204" pitchFamily="34" charset="0"/>
                        </a:rPr>
                        <a:t>8</a:t>
                      </a:r>
                    </a:p>
                  </a:txBody>
                  <a:tcPr marL="109188" marR="109188" marT="54594" marB="545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Abadi" panose="020B0604020104020204" pitchFamily="34" charset="0"/>
                        </a:rPr>
                        <a:t>Pause + HO/DRB updates</a:t>
                      </a:r>
                    </a:p>
                  </a:txBody>
                  <a:tcPr marL="109188" marR="109188" marT="54594" marB="545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Abadi" panose="020B0604020104020204" pitchFamily="34" charset="0"/>
                        </a:rPr>
                        <a:t>Pre-decision triggers</a:t>
                      </a:r>
                    </a:p>
                  </a:txBody>
                  <a:tcPr marL="109188" marR="109188" marT="54594" marB="54594" anchor="ctr"/>
                </a:tc>
                <a:extLst>
                  <a:ext uri="{0D108BD9-81ED-4DB2-BD59-A6C34878D82A}">
                    <a16:rowId xmlns:a16="http://schemas.microsoft.com/office/drawing/2014/main" val="4249135405"/>
                  </a:ext>
                </a:extLst>
              </a:tr>
              <a:tr h="8079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Abadi" panose="020B0604020104020204" pitchFamily="34" charset="0"/>
                        </a:rPr>
                        <a:t>Control</a:t>
                      </a:r>
                    </a:p>
                  </a:txBody>
                  <a:tcPr marL="109188" marR="109188" marT="54594" marB="545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Abadi" panose="020B0604020104020204" pitchFamily="34" charset="0"/>
                        </a:rPr>
                        <a:t>11</a:t>
                      </a:r>
                    </a:p>
                  </a:txBody>
                  <a:tcPr marL="109188" marR="109188" marT="54594" marB="545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Abadi" panose="020B0604020104020204" pitchFamily="34" charset="0"/>
                        </a:rPr>
                        <a:t>DRB QoS, Handover, CA, Beamforming</a:t>
                      </a:r>
                    </a:p>
                  </a:txBody>
                  <a:tcPr marL="109188" marR="109188" marT="54594" marB="545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Abadi" panose="020B0604020104020204" pitchFamily="34" charset="0"/>
                        </a:rPr>
                        <a:t>Real-time actuation</a:t>
                      </a:r>
                    </a:p>
                  </a:txBody>
                  <a:tcPr marL="109188" marR="109188" marT="54594" marB="54594" anchor="ctr"/>
                </a:tc>
                <a:extLst>
                  <a:ext uri="{0D108BD9-81ED-4DB2-BD59-A6C34878D82A}">
                    <a16:rowId xmlns:a16="http://schemas.microsoft.com/office/drawing/2014/main" val="2546588818"/>
                  </a:ext>
                </a:extLst>
              </a:tr>
              <a:tr h="8079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Abadi" panose="020B0604020104020204" pitchFamily="34" charset="0"/>
                        </a:rPr>
                        <a:t>Policy</a:t>
                      </a:r>
                    </a:p>
                  </a:txBody>
                  <a:tcPr marL="109188" marR="109188" marT="54594" marB="545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Abadi" panose="020B0604020104020204" pitchFamily="34" charset="0"/>
                        </a:rPr>
                        <a:t>9</a:t>
                      </a:r>
                    </a:p>
                  </a:txBody>
                  <a:tcPr marL="109188" marR="109188" marT="54594" marB="545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2100">
                          <a:latin typeface="Abadi" panose="020B0604020104020204" pitchFamily="34" charset="0"/>
                        </a:rPr>
                        <a:t>Slice PRB quota, HO offset</a:t>
                      </a:r>
                    </a:p>
                  </a:txBody>
                  <a:tcPr marL="109188" marR="109188" marT="54594" marB="545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Abadi" panose="020B0604020104020204" pitchFamily="34" charset="0"/>
                        </a:rPr>
                        <a:t>Conditional management</a:t>
                      </a:r>
                    </a:p>
                  </a:txBody>
                  <a:tcPr marL="109188" marR="109188" marT="54594" marB="54594" anchor="ctr"/>
                </a:tc>
                <a:extLst>
                  <a:ext uri="{0D108BD9-81ED-4DB2-BD59-A6C34878D82A}">
                    <a16:rowId xmlns:a16="http://schemas.microsoft.com/office/drawing/2014/main" val="1015753923"/>
                  </a:ext>
                </a:extLst>
              </a:tr>
              <a:tr h="8079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Abadi" panose="020B0604020104020204" pitchFamily="34" charset="0"/>
                        </a:rPr>
                        <a:t>Query</a:t>
                      </a:r>
                    </a:p>
                  </a:txBody>
                  <a:tcPr marL="109188" marR="109188" marT="54594" marB="545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Abadi" panose="020B0604020104020204" pitchFamily="34" charset="0"/>
                        </a:rPr>
                        <a:t>2</a:t>
                      </a:r>
                    </a:p>
                  </a:txBody>
                  <a:tcPr marL="109188" marR="109188" marT="54594" marB="545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Abadi" panose="020B0604020104020204" pitchFamily="34" charset="0"/>
                        </a:rPr>
                        <a:t>UE/Node info retrieval</a:t>
                      </a:r>
                    </a:p>
                  </a:txBody>
                  <a:tcPr marL="109188" marR="109188" marT="54594" marB="545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Abadi" panose="020B0604020104020204" pitchFamily="34" charset="0"/>
                        </a:rPr>
                        <a:t>On-demand diagnostics</a:t>
                      </a:r>
                    </a:p>
                  </a:txBody>
                  <a:tcPr marL="109188" marR="109188" marT="54594" marB="54594" anchor="ctr"/>
                </a:tc>
                <a:extLst>
                  <a:ext uri="{0D108BD9-81ED-4DB2-BD59-A6C34878D82A}">
                    <a16:rowId xmlns:a16="http://schemas.microsoft.com/office/drawing/2014/main" val="2989072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3719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90D8AE-CEAB-D71E-24C8-6D07636A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600" cap="all" spc="-100">
                <a:latin typeface="Abadi" panose="020B0604020104020204" pitchFamily="34" charset="0"/>
              </a:rPr>
              <a:t>RC Control Service – Styles and actions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EA805E-06D1-8C7F-13BD-163391F89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70" y="2642616"/>
            <a:ext cx="4593356" cy="36057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52F413-F1C7-5215-D633-A908853A9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957688"/>
            <a:ext cx="5614416" cy="2975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462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08953E74-D241-4DDF-8508-F0365EA13A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5C3C901A-B2F4-4A3C-BCDD-7C8D587EC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2371134"/>
          </a:xfrm>
          <a:custGeom>
            <a:avLst/>
            <a:gdLst>
              <a:gd name="connsiteX0" fmla="*/ 0 w 12192000"/>
              <a:gd name="connsiteY0" fmla="*/ 0 h 2515690"/>
              <a:gd name="connsiteX1" fmla="*/ 170442 w 12192000"/>
              <a:gd name="connsiteY1" fmla="*/ 96074 h 2515690"/>
              <a:gd name="connsiteX2" fmla="*/ 424739 w 12192000"/>
              <a:gd name="connsiteY2" fmla="*/ 224865 h 2515690"/>
              <a:gd name="connsiteX3" fmla="*/ 748273 w 12192000"/>
              <a:gd name="connsiteY3" fmla="*/ 373939 h 2515690"/>
              <a:gd name="connsiteX4" fmla="*/ 1037058 w 12192000"/>
              <a:gd name="connsiteY4" fmla="*/ 499994 h 2515690"/>
              <a:gd name="connsiteX5" fmla="*/ 1101312 w 12192000"/>
              <a:gd name="connsiteY5" fmla="*/ 428540 h 2515690"/>
              <a:gd name="connsiteX6" fmla="*/ 1367071 w 12192000"/>
              <a:gd name="connsiteY6" fmla="*/ 516118 h 2515690"/>
              <a:gd name="connsiteX7" fmla="*/ 2189943 w 12192000"/>
              <a:gd name="connsiteY7" fmla="*/ 794533 h 2515690"/>
              <a:gd name="connsiteX8" fmla="*/ 2390329 w 12192000"/>
              <a:gd name="connsiteY8" fmla="*/ 920897 h 2515690"/>
              <a:gd name="connsiteX9" fmla="*/ 2459570 w 12192000"/>
              <a:gd name="connsiteY9" fmla="*/ 983740 h 2515690"/>
              <a:gd name="connsiteX10" fmla="*/ 2503252 w 12192000"/>
              <a:gd name="connsiteY10" fmla="*/ 1000151 h 2515690"/>
              <a:gd name="connsiteX11" fmla="*/ 2503252 w 12192000"/>
              <a:gd name="connsiteY11" fmla="*/ 1008273 h 2515690"/>
              <a:gd name="connsiteX12" fmla="*/ 2511191 w 12192000"/>
              <a:gd name="connsiteY12" fmla="*/ 1009499 h 2515690"/>
              <a:gd name="connsiteX13" fmla="*/ 2565029 w 12192000"/>
              <a:gd name="connsiteY13" fmla="*/ 1015977 h 2515690"/>
              <a:gd name="connsiteX14" fmla="*/ 2593745 w 12192000"/>
              <a:gd name="connsiteY14" fmla="*/ 1019963 h 2515690"/>
              <a:gd name="connsiteX15" fmla="*/ 2591015 w 12192000"/>
              <a:gd name="connsiteY15" fmla="*/ 1019651 h 2515690"/>
              <a:gd name="connsiteX16" fmla="*/ 2590137 w 12192000"/>
              <a:gd name="connsiteY16" fmla="*/ 1019549 h 2515690"/>
              <a:gd name="connsiteX17" fmla="*/ 2589021 w 12192000"/>
              <a:gd name="connsiteY17" fmla="*/ 1019424 h 2515690"/>
              <a:gd name="connsiteX18" fmla="*/ 2591015 w 12192000"/>
              <a:gd name="connsiteY18" fmla="*/ 1019651 h 2515690"/>
              <a:gd name="connsiteX19" fmla="*/ 2602385 w 12192000"/>
              <a:gd name="connsiteY19" fmla="*/ 1020975 h 2515690"/>
              <a:gd name="connsiteX20" fmla="*/ 2614445 w 12192000"/>
              <a:gd name="connsiteY20" fmla="*/ 1022389 h 2515690"/>
              <a:gd name="connsiteX21" fmla="*/ 2614445 w 12192000"/>
              <a:gd name="connsiteY21" fmla="*/ 1020966 h 2515690"/>
              <a:gd name="connsiteX22" fmla="*/ 2676661 w 12192000"/>
              <a:gd name="connsiteY22" fmla="*/ 1029355 h 2515690"/>
              <a:gd name="connsiteX23" fmla="*/ 2788597 w 12192000"/>
              <a:gd name="connsiteY23" fmla="*/ 1048926 h 2515690"/>
              <a:gd name="connsiteX24" fmla="*/ 2812742 w 12192000"/>
              <a:gd name="connsiteY24" fmla="*/ 1057667 h 2515690"/>
              <a:gd name="connsiteX25" fmla="*/ 2970201 w 12192000"/>
              <a:gd name="connsiteY25" fmla="*/ 949091 h 2515690"/>
              <a:gd name="connsiteX26" fmla="*/ 3030610 w 12192000"/>
              <a:gd name="connsiteY26" fmla="*/ 1049340 h 2515690"/>
              <a:gd name="connsiteX27" fmla="*/ 3058913 w 12192000"/>
              <a:gd name="connsiteY27" fmla="*/ 1048085 h 2515690"/>
              <a:gd name="connsiteX28" fmla="*/ 3072697 w 12192000"/>
              <a:gd name="connsiteY28" fmla="*/ 1045316 h 2515690"/>
              <a:gd name="connsiteX29" fmla="*/ 3083305 w 12192000"/>
              <a:gd name="connsiteY29" fmla="*/ 1040550 h 2515690"/>
              <a:gd name="connsiteX30" fmla="*/ 3125603 w 12192000"/>
              <a:gd name="connsiteY30" fmla="*/ 1004583 h 2515690"/>
              <a:gd name="connsiteX31" fmla="*/ 3385106 w 12192000"/>
              <a:gd name="connsiteY31" fmla="*/ 1042233 h 2515690"/>
              <a:gd name="connsiteX32" fmla="*/ 3424945 w 12192000"/>
              <a:gd name="connsiteY32" fmla="*/ 1065268 h 2515690"/>
              <a:gd name="connsiteX33" fmla="*/ 3436948 w 12192000"/>
              <a:gd name="connsiteY33" fmla="*/ 1068018 h 2515690"/>
              <a:gd name="connsiteX34" fmla="*/ 3466714 w 12192000"/>
              <a:gd name="connsiteY34" fmla="*/ 1063419 h 2515690"/>
              <a:gd name="connsiteX35" fmla="*/ 3550909 w 12192000"/>
              <a:gd name="connsiteY35" fmla="*/ 1044511 h 2515690"/>
              <a:gd name="connsiteX36" fmla="*/ 3555900 w 12192000"/>
              <a:gd name="connsiteY36" fmla="*/ 1041996 h 2515690"/>
              <a:gd name="connsiteX37" fmla="*/ 3625978 w 12192000"/>
              <a:gd name="connsiteY37" fmla="*/ 1023459 h 2515690"/>
              <a:gd name="connsiteX38" fmla="*/ 3632465 w 12192000"/>
              <a:gd name="connsiteY38" fmla="*/ 1023522 h 2515690"/>
              <a:gd name="connsiteX39" fmla="*/ 3649063 w 12192000"/>
              <a:gd name="connsiteY39" fmla="*/ 1018726 h 2515690"/>
              <a:gd name="connsiteX40" fmla="*/ 3805954 w 12192000"/>
              <a:gd name="connsiteY40" fmla="*/ 917517 h 2515690"/>
              <a:gd name="connsiteX41" fmla="*/ 4020506 w 12192000"/>
              <a:gd name="connsiteY41" fmla="*/ 816231 h 2515690"/>
              <a:gd name="connsiteX42" fmla="*/ 4233682 w 12192000"/>
              <a:gd name="connsiteY42" fmla="*/ 799511 h 2515690"/>
              <a:gd name="connsiteX43" fmla="*/ 4306552 w 12192000"/>
              <a:gd name="connsiteY43" fmla="*/ 610207 h 2515690"/>
              <a:gd name="connsiteX44" fmla="*/ 4816604 w 12192000"/>
              <a:gd name="connsiteY44" fmla="*/ 773163 h 2515690"/>
              <a:gd name="connsiteX45" fmla="*/ 4916502 w 12192000"/>
              <a:gd name="connsiteY45" fmla="*/ 788104 h 2515690"/>
              <a:gd name="connsiteX46" fmla="*/ 5224415 w 12192000"/>
              <a:gd name="connsiteY46" fmla="*/ 674418 h 2515690"/>
              <a:gd name="connsiteX47" fmla="*/ 5274077 w 12192000"/>
              <a:gd name="connsiteY47" fmla="*/ 655978 h 2515690"/>
              <a:gd name="connsiteX48" fmla="*/ 5371217 w 12192000"/>
              <a:gd name="connsiteY48" fmla="*/ 614372 h 2515690"/>
              <a:gd name="connsiteX49" fmla="*/ 5364523 w 12192000"/>
              <a:gd name="connsiteY49" fmla="*/ 502501 h 2515690"/>
              <a:gd name="connsiteX50" fmla="*/ 5457871 w 12192000"/>
              <a:gd name="connsiteY50" fmla="*/ 558285 h 2515690"/>
              <a:gd name="connsiteX51" fmla="*/ 5750580 w 12192000"/>
              <a:gd name="connsiteY51" fmla="*/ 663503 h 2515690"/>
              <a:gd name="connsiteX52" fmla="*/ 5976618 w 12192000"/>
              <a:gd name="connsiteY52" fmla="*/ 582652 h 2515690"/>
              <a:gd name="connsiteX53" fmla="*/ 6009346 w 12192000"/>
              <a:gd name="connsiteY53" fmla="*/ 559470 h 2515690"/>
              <a:gd name="connsiteX54" fmla="*/ 6069735 w 12192000"/>
              <a:gd name="connsiteY54" fmla="*/ 587803 h 2515690"/>
              <a:gd name="connsiteX55" fmla="*/ 6270319 w 12192000"/>
              <a:gd name="connsiteY55" fmla="*/ 643982 h 2515690"/>
              <a:gd name="connsiteX56" fmla="*/ 6406781 w 12192000"/>
              <a:gd name="connsiteY56" fmla="*/ 672327 h 2515690"/>
              <a:gd name="connsiteX57" fmla="*/ 6469508 w 12192000"/>
              <a:gd name="connsiteY57" fmla="*/ 708574 h 2515690"/>
              <a:gd name="connsiteX58" fmla="*/ 6515869 w 12192000"/>
              <a:gd name="connsiteY58" fmla="*/ 715738 h 2515690"/>
              <a:gd name="connsiteX59" fmla="*/ 6725938 w 12192000"/>
              <a:gd name="connsiteY59" fmla="*/ 691128 h 2515690"/>
              <a:gd name="connsiteX60" fmla="*/ 6778240 w 12192000"/>
              <a:gd name="connsiteY60" fmla="*/ 678998 h 2515690"/>
              <a:gd name="connsiteX61" fmla="*/ 6806944 w 12192000"/>
              <a:gd name="connsiteY61" fmla="*/ 646178 h 2515690"/>
              <a:gd name="connsiteX62" fmla="*/ 6830632 w 12192000"/>
              <a:gd name="connsiteY62" fmla="*/ 633915 h 2515690"/>
              <a:gd name="connsiteX63" fmla="*/ 6858072 w 12192000"/>
              <a:gd name="connsiteY63" fmla="*/ 646178 h 2515690"/>
              <a:gd name="connsiteX64" fmla="*/ 6891322 w 12192000"/>
              <a:gd name="connsiteY64" fmla="*/ 678998 h 2515690"/>
              <a:gd name="connsiteX65" fmla="*/ 6951905 w 12192000"/>
              <a:gd name="connsiteY65" fmla="*/ 691128 h 2515690"/>
              <a:gd name="connsiteX66" fmla="*/ 7195246 w 12192000"/>
              <a:gd name="connsiteY66" fmla="*/ 715738 h 2515690"/>
              <a:gd name="connsiteX67" fmla="*/ 7248949 w 12192000"/>
              <a:gd name="connsiteY67" fmla="*/ 708574 h 2515690"/>
              <a:gd name="connsiteX68" fmla="*/ 7321609 w 12192000"/>
              <a:gd name="connsiteY68" fmla="*/ 672327 h 2515690"/>
              <a:gd name="connsiteX69" fmla="*/ 7479684 w 12192000"/>
              <a:gd name="connsiteY69" fmla="*/ 643982 h 2515690"/>
              <a:gd name="connsiteX70" fmla="*/ 7712035 w 12192000"/>
              <a:gd name="connsiteY70" fmla="*/ 587803 h 2515690"/>
              <a:gd name="connsiteX71" fmla="*/ 7781987 w 12192000"/>
              <a:gd name="connsiteY71" fmla="*/ 559470 h 2515690"/>
              <a:gd name="connsiteX72" fmla="*/ 7819900 w 12192000"/>
              <a:gd name="connsiteY72" fmla="*/ 582652 h 2515690"/>
              <a:gd name="connsiteX73" fmla="*/ 8081736 w 12192000"/>
              <a:gd name="connsiteY73" fmla="*/ 663503 h 2515690"/>
              <a:gd name="connsiteX74" fmla="*/ 8420801 w 12192000"/>
              <a:gd name="connsiteY74" fmla="*/ 558285 h 2515690"/>
              <a:gd name="connsiteX75" fmla="*/ 8528933 w 12192000"/>
              <a:gd name="connsiteY75" fmla="*/ 502501 h 2515690"/>
              <a:gd name="connsiteX76" fmla="*/ 8521178 w 12192000"/>
              <a:gd name="connsiteY76" fmla="*/ 614372 h 2515690"/>
              <a:gd name="connsiteX77" fmla="*/ 8633702 w 12192000"/>
              <a:gd name="connsiteY77" fmla="*/ 655978 h 2515690"/>
              <a:gd name="connsiteX78" fmla="*/ 8691231 w 12192000"/>
              <a:gd name="connsiteY78" fmla="*/ 674418 h 2515690"/>
              <a:gd name="connsiteX79" fmla="*/ 9047908 w 12192000"/>
              <a:gd name="connsiteY79" fmla="*/ 788104 h 2515690"/>
              <a:gd name="connsiteX80" fmla="*/ 9163628 w 12192000"/>
              <a:gd name="connsiteY80" fmla="*/ 773163 h 2515690"/>
              <a:gd name="connsiteX81" fmla="*/ 9754459 w 12192000"/>
              <a:gd name="connsiteY81" fmla="*/ 610207 h 2515690"/>
              <a:gd name="connsiteX82" fmla="*/ 9838868 w 12192000"/>
              <a:gd name="connsiteY82" fmla="*/ 799511 h 2515690"/>
              <a:gd name="connsiteX83" fmla="*/ 10085808 w 12192000"/>
              <a:gd name="connsiteY83" fmla="*/ 816231 h 2515690"/>
              <a:gd name="connsiteX84" fmla="*/ 10334338 w 12192000"/>
              <a:gd name="connsiteY84" fmla="*/ 917517 h 2515690"/>
              <a:gd name="connsiteX85" fmla="*/ 10516076 w 12192000"/>
              <a:gd name="connsiteY85" fmla="*/ 1018726 h 2515690"/>
              <a:gd name="connsiteX86" fmla="*/ 10535302 w 12192000"/>
              <a:gd name="connsiteY86" fmla="*/ 1023522 h 2515690"/>
              <a:gd name="connsiteX87" fmla="*/ 10542819 w 12192000"/>
              <a:gd name="connsiteY87" fmla="*/ 1023458 h 2515690"/>
              <a:gd name="connsiteX88" fmla="*/ 10623994 w 12192000"/>
              <a:gd name="connsiteY88" fmla="*/ 1041996 h 2515690"/>
              <a:gd name="connsiteX89" fmla="*/ 10629774 w 12192000"/>
              <a:gd name="connsiteY89" fmla="*/ 1044511 h 2515690"/>
              <a:gd name="connsiteX90" fmla="*/ 10727305 w 12192000"/>
              <a:gd name="connsiteY90" fmla="*/ 1063419 h 2515690"/>
              <a:gd name="connsiteX91" fmla="*/ 10761785 w 12192000"/>
              <a:gd name="connsiteY91" fmla="*/ 1068017 h 2515690"/>
              <a:gd name="connsiteX92" fmla="*/ 10775688 w 12192000"/>
              <a:gd name="connsiteY92" fmla="*/ 1065268 h 2515690"/>
              <a:gd name="connsiteX93" fmla="*/ 10821837 w 12192000"/>
              <a:gd name="connsiteY93" fmla="*/ 1042232 h 2515690"/>
              <a:gd name="connsiteX94" fmla="*/ 11122438 w 12192000"/>
              <a:gd name="connsiteY94" fmla="*/ 1004583 h 2515690"/>
              <a:gd name="connsiteX95" fmla="*/ 11171433 w 12192000"/>
              <a:gd name="connsiteY95" fmla="*/ 1040550 h 2515690"/>
              <a:gd name="connsiteX96" fmla="*/ 11183724 w 12192000"/>
              <a:gd name="connsiteY96" fmla="*/ 1045316 h 2515690"/>
              <a:gd name="connsiteX97" fmla="*/ 11199690 w 12192000"/>
              <a:gd name="connsiteY97" fmla="*/ 1048085 h 2515690"/>
              <a:gd name="connsiteX98" fmla="*/ 11232475 w 12192000"/>
              <a:gd name="connsiteY98" fmla="*/ 1049340 h 2515690"/>
              <a:gd name="connsiteX99" fmla="*/ 11302451 w 12192000"/>
              <a:gd name="connsiteY99" fmla="*/ 949091 h 2515690"/>
              <a:gd name="connsiteX100" fmla="*/ 11484849 w 12192000"/>
              <a:gd name="connsiteY100" fmla="*/ 1057667 h 2515690"/>
              <a:gd name="connsiteX101" fmla="*/ 11512818 w 12192000"/>
              <a:gd name="connsiteY101" fmla="*/ 1048926 h 2515690"/>
              <a:gd name="connsiteX102" fmla="*/ 11642481 w 12192000"/>
              <a:gd name="connsiteY102" fmla="*/ 1029355 h 2515690"/>
              <a:gd name="connsiteX103" fmla="*/ 11714551 w 12192000"/>
              <a:gd name="connsiteY103" fmla="*/ 1020966 h 2515690"/>
              <a:gd name="connsiteX104" fmla="*/ 11714551 w 12192000"/>
              <a:gd name="connsiteY104" fmla="*/ 1022389 h 2515690"/>
              <a:gd name="connsiteX105" fmla="*/ 11728519 w 12192000"/>
              <a:gd name="connsiteY105" fmla="*/ 1020975 h 2515690"/>
              <a:gd name="connsiteX106" fmla="*/ 11741691 w 12192000"/>
              <a:gd name="connsiteY106" fmla="*/ 1019651 h 2515690"/>
              <a:gd name="connsiteX107" fmla="*/ 11743999 w 12192000"/>
              <a:gd name="connsiteY107" fmla="*/ 1019424 h 2515690"/>
              <a:gd name="connsiteX108" fmla="*/ 11742709 w 12192000"/>
              <a:gd name="connsiteY108" fmla="*/ 1019549 h 2515690"/>
              <a:gd name="connsiteX109" fmla="*/ 11741691 w 12192000"/>
              <a:gd name="connsiteY109" fmla="*/ 1019651 h 2515690"/>
              <a:gd name="connsiteX110" fmla="*/ 11738529 w 12192000"/>
              <a:gd name="connsiteY110" fmla="*/ 1019963 h 2515690"/>
              <a:gd name="connsiteX111" fmla="*/ 11771791 w 12192000"/>
              <a:gd name="connsiteY111" fmla="*/ 1015977 h 2515690"/>
              <a:gd name="connsiteX112" fmla="*/ 11834157 w 12192000"/>
              <a:gd name="connsiteY112" fmla="*/ 1009499 h 2515690"/>
              <a:gd name="connsiteX113" fmla="*/ 11843354 w 12192000"/>
              <a:gd name="connsiteY113" fmla="*/ 1008273 h 2515690"/>
              <a:gd name="connsiteX114" fmla="*/ 11843354 w 12192000"/>
              <a:gd name="connsiteY114" fmla="*/ 1000151 h 2515690"/>
              <a:gd name="connsiteX115" fmla="*/ 11893955 w 12192000"/>
              <a:gd name="connsiteY115" fmla="*/ 983740 h 2515690"/>
              <a:gd name="connsiteX116" fmla="*/ 11974160 w 12192000"/>
              <a:gd name="connsiteY116" fmla="*/ 920897 h 2515690"/>
              <a:gd name="connsiteX117" fmla="*/ 12143531 w 12192000"/>
              <a:gd name="connsiteY117" fmla="*/ 823664 h 2515690"/>
              <a:gd name="connsiteX118" fmla="*/ 12192000 w 12192000"/>
              <a:gd name="connsiteY118" fmla="*/ 801163 h 2515690"/>
              <a:gd name="connsiteX119" fmla="*/ 12192000 w 12192000"/>
              <a:gd name="connsiteY119" fmla="*/ 2515690 h 2515690"/>
              <a:gd name="connsiteX120" fmla="*/ 0 w 12192000"/>
              <a:gd name="connsiteY120" fmla="*/ 2515690 h 2515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</a:cxnLst>
            <a:rect l="l" t="t" r="r" b="b"/>
            <a:pathLst>
              <a:path w="12192000" h="2515690">
                <a:moveTo>
                  <a:pt x="0" y="0"/>
                </a:moveTo>
                <a:lnTo>
                  <a:pt x="170442" y="96074"/>
                </a:lnTo>
                <a:cubicBezTo>
                  <a:pt x="323315" y="179510"/>
                  <a:pt x="418777" y="223899"/>
                  <a:pt x="424739" y="224865"/>
                </a:cubicBezTo>
                <a:cubicBezTo>
                  <a:pt x="573781" y="248496"/>
                  <a:pt x="654649" y="314572"/>
                  <a:pt x="748273" y="373939"/>
                </a:cubicBezTo>
                <a:cubicBezTo>
                  <a:pt x="830321" y="425631"/>
                  <a:pt x="917271" y="480784"/>
                  <a:pt x="1037058" y="499994"/>
                </a:cubicBezTo>
                <a:cubicBezTo>
                  <a:pt x="1195925" y="525362"/>
                  <a:pt x="1048105" y="445478"/>
                  <a:pt x="1101312" y="428540"/>
                </a:cubicBezTo>
                <a:cubicBezTo>
                  <a:pt x="1188473" y="458169"/>
                  <a:pt x="1274625" y="505369"/>
                  <a:pt x="1367071" y="516118"/>
                </a:cubicBezTo>
                <a:cubicBezTo>
                  <a:pt x="1701323" y="554463"/>
                  <a:pt x="1964451" y="648887"/>
                  <a:pt x="2189943" y="794533"/>
                </a:cubicBezTo>
                <a:cubicBezTo>
                  <a:pt x="2255082" y="836300"/>
                  <a:pt x="2357481" y="862342"/>
                  <a:pt x="2390329" y="920897"/>
                </a:cubicBezTo>
                <a:cubicBezTo>
                  <a:pt x="2406050" y="949359"/>
                  <a:pt x="2430126" y="969285"/>
                  <a:pt x="2459570" y="983740"/>
                </a:cubicBezTo>
                <a:lnTo>
                  <a:pt x="2503252" y="1000151"/>
                </a:lnTo>
                <a:lnTo>
                  <a:pt x="2503252" y="1008273"/>
                </a:lnTo>
                <a:lnTo>
                  <a:pt x="2511191" y="1009499"/>
                </a:lnTo>
                <a:cubicBezTo>
                  <a:pt x="2529847" y="1011974"/>
                  <a:pt x="2562849" y="1015701"/>
                  <a:pt x="2565029" y="1015977"/>
                </a:cubicBezTo>
                <a:cubicBezTo>
                  <a:pt x="2610845" y="1021778"/>
                  <a:pt x="2601577" y="1020837"/>
                  <a:pt x="2593745" y="1019963"/>
                </a:cubicBezTo>
                <a:lnTo>
                  <a:pt x="2591015" y="1019651"/>
                </a:lnTo>
                <a:lnTo>
                  <a:pt x="2590137" y="1019549"/>
                </a:lnTo>
                <a:cubicBezTo>
                  <a:pt x="2588203" y="1019326"/>
                  <a:pt x="2588125" y="1019321"/>
                  <a:pt x="2589021" y="1019424"/>
                </a:cubicBezTo>
                <a:lnTo>
                  <a:pt x="2591015" y="1019651"/>
                </a:lnTo>
                <a:lnTo>
                  <a:pt x="2602385" y="1020975"/>
                </a:lnTo>
                <a:lnTo>
                  <a:pt x="2614445" y="1022389"/>
                </a:lnTo>
                <a:lnTo>
                  <a:pt x="2614445" y="1020966"/>
                </a:lnTo>
                <a:lnTo>
                  <a:pt x="2676661" y="1029355"/>
                </a:lnTo>
                <a:cubicBezTo>
                  <a:pt x="2715592" y="1034194"/>
                  <a:pt x="2753901" y="1039695"/>
                  <a:pt x="2788597" y="1048926"/>
                </a:cubicBezTo>
                <a:lnTo>
                  <a:pt x="2812742" y="1057667"/>
                </a:lnTo>
                <a:lnTo>
                  <a:pt x="2970201" y="949091"/>
                </a:lnTo>
                <a:cubicBezTo>
                  <a:pt x="3052785" y="982961"/>
                  <a:pt x="2996105" y="1020057"/>
                  <a:pt x="3030610" y="1049340"/>
                </a:cubicBezTo>
                <a:cubicBezTo>
                  <a:pt x="3039005" y="1048442"/>
                  <a:pt x="3049621" y="1048500"/>
                  <a:pt x="3058913" y="1048085"/>
                </a:cubicBezTo>
                <a:lnTo>
                  <a:pt x="3072697" y="1045316"/>
                </a:lnTo>
                <a:lnTo>
                  <a:pt x="3083305" y="1040550"/>
                </a:lnTo>
                <a:lnTo>
                  <a:pt x="3125603" y="1004583"/>
                </a:lnTo>
                <a:cubicBezTo>
                  <a:pt x="3221669" y="925596"/>
                  <a:pt x="3242489" y="937564"/>
                  <a:pt x="3385106" y="1042233"/>
                </a:cubicBezTo>
                <a:cubicBezTo>
                  <a:pt x="3399403" y="1052670"/>
                  <a:pt x="3412529" y="1060209"/>
                  <a:pt x="3424945" y="1065268"/>
                </a:cubicBezTo>
                <a:lnTo>
                  <a:pt x="3436948" y="1068018"/>
                </a:lnTo>
                <a:lnTo>
                  <a:pt x="3466714" y="1063419"/>
                </a:lnTo>
                <a:lnTo>
                  <a:pt x="3550909" y="1044511"/>
                </a:lnTo>
                <a:lnTo>
                  <a:pt x="3555900" y="1041996"/>
                </a:lnTo>
                <a:cubicBezTo>
                  <a:pt x="3573827" y="1033454"/>
                  <a:pt x="3594382" y="1025941"/>
                  <a:pt x="3625978" y="1023459"/>
                </a:cubicBezTo>
                <a:lnTo>
                  <a:pt x="3632465" y="1023522"/>
                </a:lnTo>
                <a:lnTo>
                  <a:pt x="3649063" y="1018726"/>
                </a:lnTo>
                <a:cubicBezTo>
                  <a:pt x="3741849" y="989371"/>
                  <a:pt x="3810578" y="953657"/>
                  <a:pt x="3805954" y="917517"/>
                </a:cubicBezTo>
                <a:cubicBezTo>
                  <a:pt x="4031729" y="953901"/>
                  <a:pt x="4031729" y="953901"/>
                  <a:pt x="4020506" y="816231"/>
                </a:cubicBezTo>
                <a:cubicBezTo>
                  <a:pt x="4171643" y="865324"/>
                  <a:pt x="4206308" y="864422"/>
                  <a:pt x="4233682" y="799511"/>
                </a:cubicBezTo>
                <a:cubicBezTo>
                  <a:pt x="4260226" y="737017"/>
                  <a:pt x="4254728" y="668575"/>
                  <a:pt x="4306552" y="610207"/>
                </a:cubicBezTo>
                <a:cubicBezTo>
                  <a:pt x="4495313" y="657923"/>
                  <a:pt x="4699922" y="667347"/>
                  <a:pt x="4816604" y="773163"/>
                </a:cubicBezTo>
                <a:cubicBezTo>
                  <a:pt x="4834734" y="789836"/>
                  <a:pt x="4890507" y="799946"/>
                  <a:pt x="4916502" y="788104"/>
                </a:cubicBezTo>
                <a:cubicBezTo>
                  <a:pt x="5013526" y="746101"/>
                  <a:pt x="5238129" y="796871"/>
                  <a:pt x="5224415" y="674418"/>
                </a:cubicBezTo>
                <a:cubicBezTo>
                  <a:pt x="5223051" y="659300"/>
                  <a:pt x="5240524" y="644890"/>
                  <a:pt x="5274077" y="655978"/>
                </a:cubicBezTo>
                <a:cubicBezTo>
                  <a:pt x="5388582" y="694066"/>
                  <a:pt x="5367022" y="644784"/>
                  <a:pt x="5371217" y="614372"/>
                </a:cubicBezTo>
                <a:cubicBezTo>
                  <a:pt x="5375856" y="577567"/>
                  <a:pt x="5319010" y="537578"/>
                  <a:pt x="5364523" y="502501"/>
                </a:cubicBezTo>
                <a:cubicBezTo>
                  <a:pt x="5425408" y="508891"/>
                  <a:pt x="5433299" y="538191"/>
                  <a:pt x="5457871" y="558285"/>
                </a:cubicBezTo>
                <a:cubicBezTo>
                  <a:pt x="5530352" y="617005"/>
                  <a:pt x="5609566" y="664386"/>
                  <a:pt x="5750580" y="663503"/>
                </a:cubicBezTo>
                <a:cubicBezTo>
                  <a:pt x="5864519" y="662926"/>
                  <a:pt x="5966527" y="666650"/>
                  <a:pt x="5976618" y="582652"/>
                </a:cubicBezTo>
                <a:cubicBezTo>
                  <a:pt x="5978145" y="569455"/>
                  <a:pt x="5990792" y="562346"/>
                  <a:pt x="6009346" y="559470"/>
                </a:cubicBezTo>
                <a:cubicBezTo>
                  <a:pt x="6030639" y="568485"/>
                  <a:pt x="6052592" y="577083"/>
                  <a:pt x="6069735" y="587803"/>
                </a:cubicBezTo>
                <a:cubicBezTo>
                  <a:pt x="6126182" y="623812"/>
                  <a:pt x="6196945" y="634730"/>
                  <a:pt x="6270319" y="643982"/>
                </a:cubicBezTo>
                <a:cubicBezTo>
                  <a:pt x="6317101" y="649940"/>
                  <a:pt x="6363466" y="657107"/>
                  <a:pt x="6406781" y="672327"/>
                </a:cubicBezTo>
                <a:cubicBezTo>
                  <a:pt x="6433586" y="681598"/>
                  <a:pt x="6454928" y="693402"/>
                  <a:pt x="6469508" y="708574"/>
                </a:cubicBezTo>
                <a:cubicBezTo>
                  <a:pt x="6482729" y="721786"/>
                  <a:pt x="6496225" y="725422"/>
                  <a:pt x="6515869" y="715738"/>
                </a:cubicBezTo>
                <a:cubicBezTo>
                  <a:pt x="6572200" y="688353"/>
                  <a:pt x="6639257" y="676241"/>
                  <a:pt x="6725938" y="691128"/>
                </a:cubicBezTo>
                <a:cubicBezTo>
                  <a:pt x="6752109" y="695629"/>
                  <a:pt x="6772625" y="691505"/>
                  <a:pt x="6778240" y="678998"/>
                </a:cubicBezTo>
                <a:cubicBezTo>
                  <a:pt x="6784286" y="665981"/>
                  <a:pt x="6794269" y="655280"/>
                  <a:pt x="6806944" y="646178"/>
                </a:cubicBezTo>
                <a:lnTo>
                  <a:pt x="6830632" y="633915"/>
                </a:lnTo>
                <a:lnTo>
                  <a:pt x="6858072" y="646178"/>
                </a:lnTo>
                <a:cubicBezTo>
                  <a:pt x="6872754" y="655280"/>
                  <a:pt x="6884317" y="665981"/>
                  <a:pt x="6891322" y="678998"/>
                </a:cubicBezTo>
                <a:cubicBezTo>
                  <a:pt x="6897826" y="691505"/>
                  <a:pt x="6921592" y="695629"/>
                  <a:pt x="6951905" y="691128"/>
                </a:cubicBezTo>
                <a:cubicBezTo>
                  <a:pt x="7052317" y="676241"/>
                  <a:pt x="7129994" y="688353"/>
                  <a:pt x="7195246" y="715738"/>
                </a:cubicBezTo>
                <a:cubicBezTo>
                  <a:pt x="7217999" y="725422"/>
                  <a:pt x="7233634" y="721786"/>
                  <a:pt x="7248949" y="708574"/>
                </a:cubicBezTo>
                <a:cubicBezTo>
                  <a:pt x="7265838" y="693402"/>
                  <a:pt x="7290560" y="681598"/>
                  <a:pt x="7321609" y="672327"/>
                </a:cubicBezTo>
                <a:cubicBezTo>
                  <a:pt x="7371785" y="657107"/>
                  <a:pt x="7425493" y="649940"/>
                  <a:pt x="7479684" y="643982"/>
                </a:cubicBezTo>
                <a:cubicBezTo>
                  <a:pt x="7564679" y="634730"/>
                  <a:pt x="7646649" y="623812"/>
                  <a:pt x="7712035" y="587803"/>
                </a:cubicBezTo>
                <a:cubicBezTo>
                  <a:pt x="7731892" y="577083"/>
                  <a:pt x="7757322" y="568485"/>
                  <a:pt x="7781987" y="559470"/>
                </a:cubicBezTo>
                <a:cubicBezTo>
                  <a:pt x="7803481" y="562346"/>
                  <a:pt x="7818130" y="569455"/>
                  <a:pt x="7819900" y="582652"/>
                </a:cubicBezTo>
                <a:cubicBezTo>
                  <a:pt x="7831588" y="666650"/>
                  <a:pt x="7949751" y="662926"/>
                  <a:pt x="8081736" y="663503"/>
                </a:cubicBezTo>
                <a:cubicBezTo>
                  <a:pt x="8245081" y="664386"/>
                  <a:pt x="8336842" y="617005"/>
                  <a:pt x="8420801" y="558285"/>
                </a:cubicBezTo>
                <a:cubicBezTo>
                  <a:pt x="8449265" y="538191"/>
                  <a:pt x="8458404" y="508890"/>
                  <a:pt x="8528933" y="502501"/>
                </a:cubicBezTo>
                <a:cubicBezTo>
                  <a:pt x="8581654" y="537578"/>
                  <a:pt x="8515805" y="577567"/>
                  <a:pt x="8521178" y="614372"/>
                </a:cubicBezTo>
                <a:cubicBezTo>
                  <a:pt x="8526038" y="644784"/>
                  <a:pt x="8501063" y="694066"/>
                  <a:pt x="8633702" y="655978"/>
                </a:cubicBezTo>
                <a:cubicBezTo>
                  <a:pt x="8672570" y="644890"/>
                  <a:pt x="8692811" y="659300"/>
                  <a:pt x="8691231" y="674418"/>
                </a:cubicBezTo>
                <a:cubicBezTo>
                  <a:pt x="8675345" y="796871"/>
                  <a:pt x="8935518" y="746101"/>
                  <a:pt x="9047908" y="788104"/>
                </a:cubicBezTo>
                <a:cubicBezTo>
                  <a:pt x="9078021" y="799946"/>
                  <a:pt x="9142627" y="789836"/>
                  <a:pt x="9163628" y="773163"/>
                </a:cubicBezTo>
                <a:cubicBezTo>
                  <a:pt x="9298789" y="667347"/>
                  <a:pt x="9535801" y="657923"/>
                  <a:pt x="9754459" y="610207"/>
                </a:cubicBezTo>
                <a:cubicBezTo>
                  <a:pt x="9814490" y="668575"/>
                  <a:pt x="9808123" y="737017"/>
                  <a:pt x="9838868" y="799511"/>
                </a:cubicBezTo>
                <a:cubicBezTo>
                  <a:pt x="9870579" y="864422"/>
                  <a:pt x="9910733" y="865324"/>
                  <a:pt x="10085808" y="816231"/>
                </a:cubicBezTo>
                <a:cubicBezTo>
                  <a:pt x="10072804" y="953901"/>
                  <a:pt x="10072804" y="953901"/>
                  <a:pt x="10334338" y="917517"/>
                </a:cubicBezTo>
                <a:cubicBezTo>
                  <a:pt x="10328982" y="953657"/>
                  <a:pt x="10408594" y="989371"/>
                  <a:pt x="10516076" y="1018726"/>
                </a:cubicBezTo>
                <a:lnTo>
                  <a:pt x="10535302" y="1023522"/>
                </a:lnTo>
                <a:lnTo>
                  <a:pt x="10542819" y="1023458"/>
                </a:lnTo>
                <a:cubicBezTo>
                  <a:pt x="10579419" y="1025941"/>
                  <a:pt x="10603227" y="1033454"/>
                  <a:pt x="10623994" y="1041996"/>
                </a:cubicBezTo>
                <a:lnTo>
                  <a:pt x="10629774" y="1044511"/>
                </a:lnTo>
                <a:lnTo>
                  <a:pt x="10727305" y="1063419"/>
                </a:lnTo>
                <a:lnTo>
                  <a:pt x="10761785" y="1068017"/>
                </a:lnTo>
                <a:lnTo>
                  <a:pt x="10775688" y="1065268"/>
                </a:lnTo>
                <a:cubicBezTo>
                  <a:pt x="10790070" y="1060209"/>
                  <a:pt x="10805275" y="1052670"/>
                  <a:pt x="10821837" y="1042232"/>
                </a:cubicBezTo>
                <a:cubicBezTo>
                  <a:pt x="10987041" y="937564"/>
                  <a:pt x="11011156" y="925596"/>
                  <a:pt x="11122438" y="1004583"/>
                </a:cubicBezTo>
                <a:lnTo>
                  <a:pt x="11171433" y="1040550"/>
                </a:lnTo>
                <a:lnTo>
                  <a:pt x="11183724" y="1045316"/>
                </a:lnTo>
                <a:lnTo>
                  <a:pt x="11199690" y="1048085"/>
                </a:lnTo>
                <a:cubicBezTo>
                  <a:pt x="11210452" y="1048499"/>
                  <a:pt x="11222752" y="1048442"/>
                  <a:pt x="11232475" y="1049340"/>
                </a:cubicBezTo>
                <a:cubicBezTo>
                  <a:pt x="11272445" y="1020057"/>
                  <a:pt x="11206789" y="982961"/>
                  <a:pt x="11302451" y="949091"/>
                </a:cubicBezTo>
                <a:lnTo>
                  <a:pt x="11484849" y="1057667"/>
                </a:lnTo>
                <a:lnTo>
                  <a:pt x="11512818" y="1048926"/>
                </a:lnTo>
                <a:cubicBezTo>
                  <a:pt x="11553007" y="1039695"/>
                  <a:pt x="11597385" y="1034194"/>
                  <a:pt x="11642481" y="1029355"/>
                </a:cubicBezTo>
                <a:lnTo>
                  <a:pt x="11714551" y="1020966"/>
                </a:lnTo>
                <a:lnTo>
                  <a:pt x="11714551" y="1022389"/>
                </a:lnTo>
                <a:lnTo>
                  <a:pt x="11728519" y="1020975"/>
                </a:lnTo>
                <a:lnTo>
                  <a:pt x="11741691" y="1019651"/>
                </a:lnTo>
                <a:lnTo>
                  <a:pt x="11743999" y="1019424"/>
                </a:lnTo>
                <a:cubicBezTo>
                  <a:pt x="11745037" y="1019320"/>
                  <a:pt x="11744948" y="1019326"/>
                  <a:pt x="11742709" y="1019549"/>
                </a:cubicBezTo>
                <a:lnTo>
                  <a:pt x="11741691" y="1019651"/>
                </a:lnTo>
                <a:lnTo>
                  <a:pt x="11738529" y="1019963"/>
                </a:lnTo>
                <a:cubicBezTo>
                  <a:pt x="11729455" y="1020837"/>
                  <a:pt x="11718720" y="1021778"/>
                  <a:pt x="11771791" y="1015977"/>
                </a:cubicBezTo>
                <a:cubicBezTo>
                  <a:pt x="11774317" y="1015701"/>
                  <a:pt x="11812546" y="1011974"/>
                  <a:pt x="11834157" y="1009499"/>
                </a:cubicBezTo>
                <a:lnTo>
                  <a:pt x="11843354" y="1008273"/>
                </a:lnTo>
                <a:lnTo>
                  <a:pt x="11843354" y="1000151"/>
                </a:lnTo>
                <a:lnTo>
                  <a:pt x="11893955" y="983740"/>
                </a:lnTo>
                <a:cubicBezTo>
                  <a:pt x="11928061" y="969285"/>
                  <a:pt x="11955951" y="949359"/>
                  <a:pt x="11974160" y="920897"/>
                </a:cubicBezTo>
                <a:cubicBezTo>
                  <a:pt x="12002698" y="876981"/>
                  <a:pt x="12076554" y="851353"/>
                  <a:pt x="12143531" y="823664"/>
                </a:cubicBezTo>
                <a:lnTo>
                  <a:pt x="12192000" y="801163"/>
                </a:lnTo>
                <a:lnTo>
                  <a:pt x="12192000" y="2515690"/>
                </a:lnTo>
                <a:lnTo>
                  <a:pt x="0" y="251569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A39D50-E18A-DB3B-DFCD-F776EFFD2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" y="0"/>
            <a:ext cx="10515600" cy="930275"/>
          </a:xfrm>
        </p:spPr>
        <p:txBody>
          <a:bodyPr>
            <a:normAutofit/>
          </a:bodyPr>
          <a:lstStyle/>
          <a:p>
            <a:r>
              <a:rPr lang="en-US">
                <a:latin typeface="Abadi" panose="020B0604020104020204" pitchFamily="34" charset="0"/>
              </a:rPr>
              <a:t>E2SM-RC Services and Styles (Detailed)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3C7DA8-0E77-474B-050F-C1AE0D7F23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4785918"/>
              </p:ext>
            </p:extLst>
          </p:nvPr>
        </p:nvGraphicFramePr>
        <p:xfrm>
          <a:off x="171450" y="930275"/>
          <a:ext cx="11925300" cy="5842013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743549">
                  <a:extLst>
                    <a:ext uri="{9D8B030D-6E8A-4147-A177-3AD203B41FA5}">
                      <a16:colId xmlns:a16="http://schemas.microsoft.com/office/drawing/2014/main" val="1224994955"/>
                    </a:ext>
                  </a:extLst>
                </a:gridCol>
                <a:gridCol w="2449086">
                  <a:extLst>
                    <a:ext uri="{9D8B030D-6E8A-4147-A177-3AD203B41FA5}">
                      <a16:colId xmlns:a16="http://schemas.microsoft.com/office/drawing/2014/main" val="1684506348"/>
                    </a:ext>
                  </a:extLst>
                </a:gridCol>
                <a:gridCol w="4160543">
                  <a:extLst>
                    <a:ext uri="{9D8B030D-6E8A-4147-A177-3AD203B41FA5}">
                      <a16:colId xmlns:a16="http://schemas.microsoft.com/office/drawing/2014/main" val="2506927629"/>
                    </a:ext>
                  </a:extLst>
                </a:gridCol>
                <a:gridCol w="4572122">
                  <a:extLst>
                    <a:ext uri="{9D8B030D-6E8A-4147-A177-3AD203B41FA5}">
                      <a16:colId xmlns:a16="http://schemas.microsoft.com/office/drawing/2014/main" val="2325964862"/>
                    </a:ext>
                  </a:extLst>
                </a:gridCol>
              </a:tblGrid>
              <a:tr h="1598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RIC Service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Service Style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Example Use Cases / Purpose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Supported Control / Report Actions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extLst>
                  <a:ext uri="{0D108BD9-81ED-4DB2-BD59-A6C34878D82A}">
                    <a16:rowId xmlns:a16="http://schemas.microsoft.com/office/drawing/2014/main" val="983677089"/>
                  </a:ext>
                </a:extLst>
              </a:tr>
              <a:tr h="1598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REPORT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Message Copy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Copy NI/RRC message exchanges with associated UE/E2 node info for analysis.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- Copy of RRC/NAS messages (DL/UL-DCCH)- Capture UE context (state, DRB IDs, QoS)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extLst>
                  <a:ext uri="{0D108BD9-81ED-4DB2-BD59-A6C34878D82A}">
                    <a16:rowId xmlns:a16="http://schemas.microsoft.com/office/drawing/2014/main" val="776114658"/>
                  </a:ext>
                </a:extLst>
              </a:tr>
              <a:tr h="1598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Call Process Outcome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Report results of call processing events or signaling outcomes.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- Report UE admission / release results- HO success/failure indicators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extLst>
                  <a:ext uri="{0D108BD9-81ED-4DB2-BD59-A6C34878D82A}">
                    <a16:rowId xmlns:a16="http://schemas.microsoft.com/office/drawing/2014/main" val="1296710133"/>
                  </a:ext>
                </a:extLst>
              </a:tr>
              <a:tr h="1598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E2 Node Information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Provide node-level configuration and status data.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- Cell ID, PLMN, DU/CU configuration- Slice configuration summary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extLst>
                  <a:ext uri="{0D108BD9-81ED-4DB2-BD59-A6C34878D82A}">
                    <a16:rowId xmlns:a16="http://schemas.microsoft.com/office/drawing/2014/main" val="3671294843"/>
                  </a:ext>
                </a:extLst>
              </a:tr>
              <a:tr h="1598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UE Information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Report UE-specific RRC/L2/L3 context and measurement info.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- UE RNTI, DRB QoS info, handover state, buffer status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extLst>
                  <a:ext uri="{0D108BD9-81ED-4DB2-BD59-A6C34878D82A}">
                    <a16:rowId xmlns:a16="http://schemas.microsoft.com/office/drawing/2014/main" val="1118259249"/>
                  </a:ext>
                </a:extLst>
              </a:tr>
              <a:tr h="2831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INSERT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Radio Bearer Control Request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Temporarily pause call process to reconfigure radio bearers (QoS or DRB).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- Add/modify/delete DRB- Change DRB QoS profile (5QI, GBR, priority)- Logical channel (LCID) mapping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extLst>
                  <a:ext uri="{0D108BD9-81ED-4DB2-BD59-A6C34878D82A}">
                    <a16:rowId xmlns:a16="http://schemas.microsoft.com/office/drawing/2014/main" val="3767383705"/>
                  </a:ext>
                </a:extLst>
              </a:tr>
              <a:tr h="2831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Radio Resource Allocation Request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Request for dynamic adjustment of scheduling parameters.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- Adjust DRX timers, SPS/CG configurations- Slice-level PRB quota changes- CQI/SRS configuration update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extLst>
                  <a:ext uri="{0D108BD9-81ED-4DB2-BD59-A6C34878D82A}">
                    <a16:rowId xmlns:a16="http://schemas.microsoft.com/office/drawing/2014/main" val="2495730602"/>
                  </a:ext>
                </a:extLst>
              </a:tr>
              <a:tr h="1598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Connected Mode Mobility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Suspend to trigger optimized handover or conditional HO decision.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- Trigger HO / CHO / DAPS- Update HO preparation parameters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extLst>
                  <a:ext uri="{0D108BD9-81ED-4DB2-BD59-A6C34878D82A}">
                    <a16:rowId xmlns:a16="http://schemas.microsoft.com/office/drawing/2014/main" val="1570992840"/>
                  </a:ext>
                </a:extLst>
              </a:tr>
              <a:tr h="1598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Radio Access Control Request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Modify RRC connection handling or access control parameters.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- RRC Connection Reject / Release- RACH backoff / barring control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extLst>
                  <a:ext uri="{0D108BD9-81ED-4DB2-BD59-A6C34878D82A}">
                    <a16:rowId xmlns:a16="http://schemas.microsoft.com/office/drawing/2014/main" val="2610048007"/>
                  </a:ext>
                </a:extLst>
              </a:tr>
              <a:tr h="1598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Dual Connectivity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Manage Multi-RAT dual connectivity.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- Add/Modify/Release Secondary Node (SN)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extLst>
                  <a:ext uri="{0D108BD9-81ED-4DB2-BD59-A6C34878D82A}">
                    <a16:rowId xmlns:a16="http://schemas.microsoft.com/office/drawing/2014/main" val="2755206772"/>
                  </a:ext>
                </a:extLst>
              </a:tr>
              <a:tr h="1598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Carrier Aggregation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Manage multi-carrier aggregation setup.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- CA initiation or modification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extLst>
                  <a:ext uri="{0D108BD9-81ED-4DB2-BD59-A6C34878D82A}">
                    <a16:rowId xmlns:a16="http://schemas.microsoft.com/office/drawing/2014/main" val="4098268319"/>
                  </a:ext>
                </a:extLst>
              </a:tr>
              <a:tr h="1598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Idle Mode Mobility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Adjust reselection priorities or cell lists during UE idle mode.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- Modify intra/inter-frequency reselection priorities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extLst>
                  <a:ext uri="{0D108BD9-81ED-4DB2-BD59-A6C34878D82A}">
                    <a16:rowId xmlns:a16="http://schemas.microsoft.com/office/drawing/2014/main" val="4099203055"/>
                  </a:ext>
                </a:extLst>
              </a:tr>
              <a:tr h="1598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Multiple Actions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Execute multiple actions in one transaction.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- Combine DRB + Mobility + Power actions in one control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extLst>
                  <a:ext uri="{0D108BD9-81ED-4DB2-BD59-A6C34878D82A}">
                    <a16:rowId xmlns:a16="http://schemas.microsoft.com/office/drawing/2014/main" val="3534535435"/>
                  </a:ext>
                </a:extLst>
              </a:tr>
              <a:tr h="1598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CONTROL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Radio Bearer Control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Directly command DRB reconfiguration or QoS updates.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- Modify QoS flows- Add/delete DRBs- PDCP duplication control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extLst>
                  <a:ext uri="{0D108BD9-81ED-4DB2-BD59-A6C34878D82A}">
                    <a16:rowId xmlns:a16="http://schemas.microsoft.com/office/drawing/2014/main" val="3047249522"/>
                  </a:ext>
                </a:extLst>
              </a:tr>
              <a:tr h="1598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Radio Resource Allocation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Fine-grained allocation of MAC/PHY resources.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- DRX/SPS/CG config- Slice PRB quota- CSI reporting and DMRS config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extLst>
                  <a:ext uri="{0D108BD9-81ED-4DB2-BD59-A6C34878D82A}">
                    <a16:rowId xmlns:a16="http://schemas.microsoft.com/office/drawing/2014/main" val="3113167285"/>
                  </a:ext>
                </a:extLst>
              </a:tr>
              <a:tr h="1598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Connected Mode Mobility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Execute handover-related procedures.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- HO / CHO / DAPS execution- HO cancel, revert, or trigger new cell selection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extLst>
                  <a:ext uri="{0D108BD9-81ED-4DB2-BD59-A6C34878D82A}">
                    <a16:rowId xmlns:a16="http://schemas.microsoft.com/office/drawing/2014/main" val="3466625518"/>
                  </a:ext>
                </a:extLst>
              </a:tr>
              <a:tr h="1598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Radio Access Control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Immediate RRC control at access layer.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- UE admission control- RRC reject/release decisions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extLst>
                  <a:ext uri="{0D108BD9-81ED-4DB2-BD59-A6C34878D82A}">
                    <a16:rowId xmlns:a16="http://schemas.microsoft.com/office/drawing/2014/main" val="307684155"/>
                  </a:ext>
                </a:extLst>
              </a:tr>
              <a:tr h="1598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Dual Connectivity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Control multi-node attachment.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- Activate / deactivate dual connectivity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extLst>
                  <a:ext uri="{0D108BD9-81ED-4DB2-BD59-A6C34878D82A}">
                    <a16:rowId xmlns:a16="http://schemas.microsoft.com/office/drawing/2014/main" val="4131014470"/>
                  </a:ext>
                </a:extLst>
              </a:tr>
              <a:tr h="1598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Carrier Aggregation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Manage carrier assignment.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- Add / remove / reassign secondary cells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extLst>
                  <a:ext uri="{0D108BD9-81ED-4DB2-BD59-A6C34878D82A}">
                    <a16:rowId xmlns:a16="http://schemas.microsoft.com/office/drawing/2014/main" val="4191286701"/>
                  </a:ext>
                </a:extLst>
              </a:tr>
              <a:tr h="1598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Idle Mode Mobility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Tune UE reselection in idle mode.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- Modify reselection parameters (A3/A5 events, thresholds)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extLst>
                  <a:ext uri="{0D108BD9-81ED-4DB2-BD59-A6C34878D82A}">
                    <a16:rowId xmlns:a16="http://schemas.microsoft.com/office/drawing/2014/main" val="148688676"/>
                  </a:ext>
                </a:extLst>
              </a:tr>
              <a:tr h="1598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UE Identification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Maintain or query explicit UE list.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- UE ID registration / update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extLst>
                  <a:ext uri="{0D108BD9-81ED-4DB2-BD59-A6C34878D82A}">
                    <a16:rowId xmlns:a16="http://schemas.microsoft.com/office/drawing/2014/main" val="4175912336"/>
                  </a:ext>
                </a:extLst>
              </a:tr>
              <a:tr h="1598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Beamforming Configuration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Adjust beam selection / training.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- Switch GoB / non-GoB mode- Configure beam groups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extLst>
                  <a:ext uri="{0D108BD9-81ED-4DB2-BD59-A6C34878D82A}">
                    <a16:rowId xmlns:a16="http://schemas.microsoft.com/office/drawing/2014/main" val="851436377"/>
                  </a:ext>
                </a:extLst>
              </a:tr>
              <a:tr h="1598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Measurement Reporting (MR) Configuration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Change measurement configurations.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- Add / modify / delete MR configuration- Adjust measurement gaps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extLst>
                  <a:ext uri="{0D108BD9-81ED-4DB2-BD59-A6C34878D82A}">
                    <a16:rowId xmlns:a16="http://schemas.microsoft.com/office/drawing/2014/main" val="3315162608"/>
                  </a:ext>
                </a:extLst>
              </a:tr>
              <a:tr h="1598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Multiple Actions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Execute several controls atomically.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- Simultaneous bearer, resource, and mobility control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extLst>
                  <a:ext uri="{0D108BD9-81ED-4DB2-BD59-A6C34878D82A}">
                    <a16:rowId xmlns:a16="http://schemas.microsoft.com/office/drawing/2014/main" val="3243393320"/>
                  </a:ext>
                </a:extLst>
              </a:tr>
              <a:tr h="1598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POLICY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Radio Bearer Policy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Define static/conditional bearer management rules.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- QoS policy enforcement for DRBs, LCIDs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extLst>
                  <a:ext uri="{0D108BD9-81ED-4DB2-BD59-A6C34878D82A}">
                    <a16:rowId xmlns:a16="http://schemas.microsoft.com/office/drawing/2014/main" val="2866325884"/>
                  </a:ext>
                </a:extLst>
              </a:tr>
              <a:tr h="1598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Radio Resource Allocation Policy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Apply scheduling / resource rules per slice or user group.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- PRB allocation policy- DRX, SR, SPS policy tuning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extLst>
                  <a:ext uri="{0D108BD9-81ED-4DB2-BD59-A6C34878D82A}">
                    <a16:rowId xmlns:a16="http://schemas.microsoft.com/office/drawing/2014/main" val="1573020580"/>
                  </a:ext>
                </a:extLst>
              </a:tr>
              <a:tr h="1598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Connected Mode Mobility Policy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Define threshold-based mobility rules.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- Handover offset policy- DAPS enable conditions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extLst>
                  <a:ext uri="{0D108BD9-81ED-4DB2-BD59-A6C34878D82A}">
                    <a16:rowId xmlns:a16="http://schemas.microsoft.com/office/drawing/2014/main" val="959961743"/>
                  </a:ext>
                </a:extLst>
              </a:tr>
              <a:tr h="1598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Radio Access Policy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Manage access admission thresholds.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- Access barring policies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extLst>
                  <a:ext uri="{0D108BD9-81ED-4DB2-BD59-A6C34878D82A}">
                    <a16:rowId xmlns:a16="http://schemas.microsoft.com/office/drawing/2014/main" val="599441081"/>
                  </a:ext>
                </a:extLst>
              </a:tr>
              <a:tr h="1598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Dual Connectivity Policy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Control DC activation based on load or QoS.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- DC selection policy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extLst>
                  <a:ext uri="{0D108BD9-81ED-4DB2-BD59-A6C34878D82A}">
                    <a16:rowId xmlns:a16="http://schemas.microsoft.com/office/drawing/2014/main" val="2701760368"/>
                  </a:ext>
                </a:extLst>
              </a:tr>
              <a:tr h="1598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Carrier Aggregation Policy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Define CA activation/release conditions.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- Per-slice or per-UE CA policy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extLst>
                  <a:ext uri="{0D108BD9-81ED-4DB2-BD59-A6C34878D82A}">
                    <a16:rowId xmlns:a16="http://schemas.microsoft.com/office/drawing/2014/main" val="3481493036"/>
                  </a:ext>
                </a:extLst>
              </a:tr>
              <a:tr h="1598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Idle Mode Mobility Policy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Define cell reselection behaviors.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- Priority offsets / timers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extLst>
                  <a:ext uri="{0D108BD9-81ED-4DB2-BD59-A6C34878D82A}">
                    <a16:rowId xmlns:a16="http://schemas.microsoft.com/office/drawing/2014/main" val="3508505606"/>
                  </a:ext>
                </a:extLst>
              </a:tr>
              <a:tr h="1598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Measurement Reporting Policy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Trigger-based measurement policy.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- Define MR gaps / events / filters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extLst>
                  <a:ext uri="{0D108BD9-81ED-4DB2-BD59-A6C34878D82A}">
                    <a16:rowId xmlns:a16="http://schemas.microsoft.com/office/drawing/2014/main" val="435201317"/>
                  </a:ext>
                </a:extLst>
              </a:tr>
              <a:tr h="1598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Beamforming Policy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Define beam usage or switching rules.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it-IT" sz="900" b="0" u="none" strike="noStrike">
                          <a:effectLst/>
                          <a:latin typeface="+mn-lt"/>
                        </a:rPr>
                        <a:t>- GoB vs non-GoB usage per cell</a:t>
                      </a:r>
                      <a:endParaRPr lang="it-IT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extLst>
                  <a:ext uri="{0D108BD9-81ED-4DB2-BD59-A6C34878D82A}">
                    <a16:rowId xmlns:a16="http://schemas.microsoft.com/office/drawing/2014/main" val="3193925518"/>
                  </a:ext>
                </a:extLst>
              </a:tr>
              <a:tr h="1598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QUERY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E2 Node Information Query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Request immediate node config.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- Cell parameters, slice data, load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extLst>
                  <a:ext uri="{0D108BD9-81ED-4DB2-BD59-A6C34878D82A}">
                    <a16:rowId xmlns:a16="http://schemas.microsoft.com/office/drawing/2014/main" val="2907385146"/>
                  </a:ext>
                </a:extLst>
              </a:tr>
              <a:tr h="1598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u="none" strike="noStrike">
                          <a:effectLst/>
                          <a:latin typeface="+mn-lt"/>
                        </a:rPr>
                        <a:t>UE Information Query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Retrieve specific UE context.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u="none" strike="noStrike">
                          <a:effectLst/>
                          <a:latin typeface="+mn-lt"/>
                        </a:rPr>
                        <a:t>- RRC state, DRB stats, mobility state</a:t>
                      </a:r>
                      <a:endParaRPr lang="en-US" sz="900" b="0" i="0" u="none" strike="noStrike">
                        <a:effectLst/>
                        <a:latin typeface="+mn-lt"/>
                      </a:endParaRPr>
                    </a:p>
                  </a:txBody>
                  <a:tcPr marL="5187" marR="5187" marT="2594" marB="2594" anchor="ctr"/>
                </a:tc>
                <a:extLst>
                  <a:ext uri="{0D108BD9-81ED-4DB2-BD59-A6C34878D82A}">
                    <a16:rowId xmlns:a16="http://schemas.microsoft.com/office/drawing/2014/main" val="1387744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544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0D8AE-CEAB-D71E-24C8-6D07636A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150305"/>
            <a:ext cx="10515600" cy="1077932"/>
          </a:xfrm>
        </p:spPr>
        <p:txBody>
          <a:bodyPr/>
          <a:lstStyle/>
          <a:p>
            <a:r>
              <a:rPr lang="en-US">
                <a:latin typeface="Abadi" panose="020B0604020104020204" pitchFamily="34" charset="0"/>
              </a:rPr>
              <a:t>Creating an </a:t>
            </a:r>
            <a:r>
              <a:rPr lang="en-US" err="1">
                <a:latin typeface="Abadi" panose="020B0604020104020204" pitchFamily="34" charset="0"/>
              </a:rPr>
              <a:t>xApp</a:t>
            </a:r>
            <a:endParaRPr lang="en-US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5A253-567F-9C72-D58E-490845A8E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325" y="1228237"/>
            <a:ext cx="11380048" cy="4351338"/>
          </a:xfrm>
        </p:spPr>
        <p:txBody>
          <a:bodyPr/>
          <a:lstStyle/>
          <a:p>
            <a:r>
              <a:rPr lang="en-US">
                <a:latin typeface="Abadi" panose="020B0604020104020204" pitchFamily="34" charset="0"/>
              </a:rPr>
              <a:t>Let’s take a look at an existing </a:t>
            </a:r>
            <a:r>
              <a:rPr lang="en-US" err="1">
                <a:latin typeface="Abadi" panose="020B0604020104020204" pitchFamily="34" charset="0"/>
              </a:rPr>
              <a:t>xApp</a:t>
            </a:r>
            <a:r>
              <a:rPr lang="en-US">
                <a:latin typeface="Abadi" panose="020B0604020104020204" pitchFamily="34" charset="0"/>
              </a:rPr>
              <a:t> implementation which uses the KPM and RC service models. </a:t>
            </a:r>
          </a:p>
          <a:p>
            <a:r>
              <a:rPr lang="en-US">
                <a:latin typeface="Abadi" panose="020B0604020104020204" pitchFamily="34" charset="0"/>
              </a:rPr>
              <a:t>We will be using the existing implementation and make modifications on top of that.</a:t>
            </a:r>
          </a:p>
          <a:p>
            <a:r>
              <a:rPr lang="en-US">
                <a:latin typeface="Abadi" panose="020B0604020104020204" pitchFamily="34" charset="0"/>
              </a:rPr>
              <a:t>Open the </a:t>
            </a:r>
            <a:r>
              <a:rPr lang="en-US" b="1" err="1">
                <a:latin typeface="Abadi" panose="020B0604020104020204" pitchFamily="34" charset="0"/>
              </a:rPr>
              <a:t>xapp_kpm_rc.c</a:t>
            </a:r>
            <a:r>
              <a:rPr lang="en-US" b="1">
                <a:latin typeface="Abadi" panose="020B0604020104020204" pitchFamily="34" charset="0"/>
              </a:rPr>
              <a:t> </a:t>
            </a:r>
            <a:r>
              <a:rPr lang="en-US">
                <a:latin typeface="Abadi" panose="020B0604020104020204" pitchFamily="34" charset="0"/>
              </a:rPr>
              <a:t>file using</a:t>
            </a:r>
          </a:p>
          <a:p>
            <a:pPr marL="0" indent="0">
              <a:buNone/>
            </a:pPr>
            <a:r>
              <a:rPr lang="en-US">
                <a:latin typeface="Abadi" panose="020B0604020104020204" pitchFamily="34" charset="0"/>
              </a:rPr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69CFB0-A1C0-AAF8-D83D-BDDBFC234814}"/>
              </a:ext>
            </a:extLst>
          </p:cNvPr>
          <p:cNvSpPr txBox="1">
            <a:spLocks/>
          </p:cNvSpPr>
          <p:nvPr/>
        </p:nvSpPr>
        <p:spPr>
          <a:xfrm>
            <a:off x="458563" y="3763947"/>
            <a:ext cx="5637437" cy="6506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Garamond" pitchFamily="18" charset="0"/>
              <a:buNone/>
            </a:pP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vim ~/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flexric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/examples/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xApp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/c/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kpm_rc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xapp_kpm_rc.c</a:t>
            </a:r>
            <a:endParaRPr lang="en-US" sz="140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CBC089-E5FB-5EAE-D8A3-D5D8F453D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784" y="3679594"/>
            <a:ext cx="4699864" cy="3028101"/>
          </a:xfrm>
          <a:prstGeom prst="rect">
            <a:avLst/>
          </a:prstGeom>
        </p:spPr>
      </p:pic>
      <p:sp>
        <p:nvSpPr>
          <p:cNvPr id="7" name="Callout: Bent Line 6">
            <a:extLst>
              <a:ext uri="{FF2B5EF4-FFF2-40B4-BE49-F238E27FC236}">
                <a16:creationId xmlns:a16="http://schemas.microsoft.com/office/drawing/2014/main" id="{748F0A06-5D42-68A5-A73E-E2BF9A6FC081}"/>
              </a:ext>
            </a:extLst>
          </p:cNvPr>
          <p:cNvSpPr/>
          <p:nvPr/>
        </p:nvSpPr>
        <p:spPr>
          <a:xfrm flipH="1">
            <a:off x="981075" y="4727528"/>
            <a:ext cx="3994030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31122"/>
              <a:gd name="adj6" fmla="val -59439"/>
            </a:avLst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Abadi" panose="020B0604020104020204" pitchFamily="34" charset="0"/>
              </a:rPr>
              <a:t>Initialize </a:t>
            </a:r>
            <a:r>
              <a:rPr lang="en-US" sz="1200" err="1">
                <a:latin typeface="Abadi" panose="020B0604020104020204" pitchFamily="34" charset="0"/>
              </a:rPr>
              <a:t>xApp</a:t>
            </a:r>
            <a:r>
              <a:rPr lang="en-US" sz="1200">
                <a:latin typeface="Abadi" panose="020B0604020104020204" pitchFamily="34" charset="0"/>
              </a:rPr>
              <a:t> API and connect to near-RT RIC</a:t>
            </a:r>
          </a:p>
        </p:txBody>
      </p:sp>
      <p:sp>
        <p:nvSpPr>
          <p:cNvPr id="8" name="Callout: Bent Line 7">
            <a:extLst>
              <a:ext uri="{FF2B5EF4-FFF2-40B4-BE49-F238E27FC236}">
                <a16:creationId xmlns:a16="http://schemas.microsoft.com/office/drawing/2014/main" id="{FAA850BA-4F0B-8288-FB21-35D28119BB42}"/>
              </a:ext>
            </a:extLst>
          </p:cNvPr>
          <p:cNvSpPr/>
          <p:nvPr/>
        </p:nvSpPr>
        <p:spPr>
          <a:xfrm flipH="1">
            <a:off x="981075" y="5892491"/>
            <a:ext cx="3994030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35318"/>
              <a:gd name="adj6" fmla="val -57711"/>
            </a:avLst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Abadi" panose="020B0604020104020204" pitchFamily="34" charset="0"/>
              </a:rPr>
              <a:t>Get information regarding all the E2 nodes connected to the near-RT RIC and print the number of nodes connected.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411783-803A-DA30-F76F-46E30646D530}"/>
              </a:ext>
            </a:extLst>
          </p:cNvPr>
          <p:cNvSpPr/>
          <p:nvPr/>
        </p:nvSpPr>
        <p:spPr>
          <a:xfrm>
            <a:off x="7366958" y="4506583"/>
            <a:ext cx="4063042" cy="67789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559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0D8AE-CEAB-D71E-24C8-6D07636AC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badi" panose="020B0604020104020204" pitchFamily="34" charset="0"/>
              </a:rPr>
              <a:t>Receiving messages from the RAN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D51183-37BF-7C6D-6B04-313928D02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473" y="2014194"/>
            <a:ext cx="6484784" cy="3622063"/>
          </a:xfrm>
          <a:prstGeom prst="rect">
            <a:avLst/>
          </a:prstGeom>
        </p:spPr>
      </p:pic>
      <p:sp>
        <p:nvSpPr>
          <p:cNvPr id="8" name="Callout: Bent Line 7">
            <a:extLst>
              <a:ext uri="{FF2B5EF4-FFF2-40B4-BE49-F238E27FC236}">
                <a16:creationId xmlns:a16="http://schemas.microsoft.com/office/drawing/2014/main" id="{FAA850BA-4F0B-8288-FB21-35D28119BB42}"/>
              </a:ext>
            </a:extLst>
          </p:cNvPr>
          <p:cNvSpPr/>
          <p:nvPr/>
        </p:nvSpPr>
        <p:spPr>
          <a:xfrm flipH="1">
            <a:off x="566468" y="2652804"/>
            <a:ext cx="3994030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84339"/>
              <a:gd name="adj6" fmla="val -29417"/>
            </a:avLst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Abadi" panose="020B0604020104020204" pitchFamily="34" charset="0"/>
              </a:rPr>
              <a:t>For each E2 node connected to the near-RT RIC, check if the KPM service model is supported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CEB668-B52C-489E-6702-95D61E739103}"/>
              </a:ext>
            </a:extLst>
          </p:cNvPr>
          <p:cNvSpPr/>
          <p:nvPr/>
        </p:nvSpPr>
        <p:spPr>
          <a:xfrm>
            <a:off x="5771071" y="3046849"/>
            <a:ext cx="5641675" cy="38215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allout: Bent Line 13">
            <a:extLst>
              <a:ext uri="{FF2B5EF4-FFF2-40B4-BE49-F238E27FC236}">
                <a16:creationId xmlns:a16="http://schemas.microsoft.com/office/drawing/2014/main" id="{10F91CAF-1713-5979-CBF6-D097384981D1}"/>
              </a:ext>
            </a:extLst>
          </p:cNvPr>
          <p:cNvSpPr/>
          <p:nvPr/>
        </p:nvSpPr>
        <p:spPr>
          <a:xfrm flipH="1">
            <a:off x="566468" y="3837575"/>
            <a:ext cx="3994030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0976"/>
              <a:gd name="adj6" fmla="val -28121"/>
            </a:avLst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Abadi" panose="020B0604020104020204" pitchFamily="34" charset="0"/>
              </a:rPr>
              <a:t>If KPM service model is supported, send a subscription request to the E2 node, so that the E2 node starts sending REPORT messages</a:t>
            </a:r>
          </a:p>
        </p:txBody>
      </p:sp>
      <p:sp>
        <p:nvSpPr>
          <p:cNvPr id="15" name="Callout: Bent Line 14">
            <a:extLst>
              <a:ext uri="{FF2B5EF4-FFF2-40B4-BE49-F238E27FC236}">
                <a16:creationId xmlns:a16="http://schemas.microsoft.com/office/drawing/2014/main" id="{3E69B6D7-F06C-BCD4-42E4-7F8817698723}"/>
              </a:ext>
            </a:extLst>
          </p:cNvPr>
          <p:cNvSpPr/>
          <p:nvPr/>
        </p:nvSpPr>
        <p:spPr>
          <a:xfrm flipH="1">
            <a:off x="566468" y="5085530"/>
            <a:ext cx="3994030" cy="105647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51550"/>
              <a:gd name="adj6" fmla="val -28337"/>
            </a:avLst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Abadi" panose="020B0604020104020204" pitchFamily="34" charset="0"/>
              </a:rPr>
              <a:t>Assign the </a:t>
            </a:r>
            <a:r>
              <a:rPr lang="en-US" sz="1200" b="1" err="1">
                <a:latin typeface="Abadi" panose="020B0604020104020204" pitchFamily="34" charset="0"/>
              </a:rPr>
              <a:t>report_sm_xapp_api</a:t>
            </a:r>
            <a:r>
              <a:rPr lang="en-US" sz="1200">
                <a:latin typeface="Abadi" panose="020B0604020104020204" pitchFamily="34" charset="0"/>
              </a:rPr>
              <a:t> function to the handle, so that </a:t>
            </a:r>
            <a:r>
              <a:rPr lang="en-US" sz="1200" b="1" err="1">
                <a:latin typeface="Abadi" panose="020B0604020104020204" pitchFamily="34" charset="0"/>
              </a:rPr>
              <a:t>sm_cb_kpm</a:t>
            </a:r>
            <a:r>
              <a:rPr lang="en-US" sz="1200">
                <a:latin typeface="Abadi" panose="020B0604020104020204" pitchFamily="34" charset="0"/>
              </a:rPr>
              <a:t> is called whenever a REPORT message is received. This function decodes the contents of the report and saves it in the database or prints it on the console.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899B87-D335-2686-1D40-82B43F41655C}"/>
              </a:ext>
            </a:extLst>
          </p:cNvPr>
          <p:cNvSpPr/>
          <p:nvPr/>
        </p:nvSpPr>
        <p:spPr>
          <a:xfrm>
            <a:off x="5771070" y="3721848"/>
            <a:ext cx="5641675" cy="50509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366473-B916-B3B4-2391-82A2995701C0}"/>
              </a:ext>
            </a:extLst>
          </p:cNvPr>
          <p:cNvSpPr/>
          <p:nvPr/>
        </p:nvSpPr>
        <p:spPr>
          <a:xfrm>
            <a:off x="5771070" y="4295510"/>
            <a:ext cx="5641675" cy="38000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811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F180C5-AD21-A774-E465-FD10669FD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347" y="2467155"/>
            <a:ext cx="6604501" cy="36070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0D8AE-CEAB-D71E-24C8-6D07636AC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badi" panose="020B0604020104020204" pitchFamily="34" charset="0"/>
              </a:rPr>
              <a:t>Sending messages to the RAN</a:t>
            </a:r>
          </a:p>
        </p:txBody>
      </p:sp>
      <p:sp>
        <p:nvSpPr>
          <p:cNvPr id="8" name="Callout: Bent Line 7">
            <a:extLst>
              <a:ext uri="{FF2B5EF4-FFF2-40B4-BE49-F238E27FC236}">
                <a16:creationId xmlns:a16="http://schemas.microsoft.com/office/drawing/2014/main" id="{FAA850BA-4F0B-8288-FB21-35D28119BB42}"/>
              </a:ext>
            </a:extLst>
          </p:cNvPr>
          <p:cNvSpPr/>
          <p:nvPr/>
        </p:nvSpPr>
        <p:spPr>
          <a:xfrm flipH="1">
            <a:off x="626853" y="3489566"/>
            <a:ext cx="3994030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84339"/>
              <a:gd name="adj6" fmla="val -29417"/>
            </a:avLst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Abadi" panose="020B0604020104020204" pitchFamily="34" charset="0"/>
              </a:rPr>
              <a:t>For each E2 node connected to the near-RT RIC, check if the RC service model is supported.</a:t>
            </a:r>
          </a:p>
        </p:txBody>
      </p:sp>
      <p:sp>
        <p:nvSpPr>
          <p:cNvPr id="14" name="Callout: Bent Line 13">
            <a:extLst>
              <a:ext uri="{FF2B5EF4-FFF2-40B4-BE49-F238E27FC236}">
                <a16:creationId xmlns:a16="http://schemas.microsoft.com/office/drawing/2014/main" id="{10F91CAF-1713-5979-CBF6-D097384981D1}"/>
              </a:ext>
            </a:extLst>
          </p:cNvPr>
          <p:cNvSpPr/>
          <p:nvPr/>
        </p:nvSpPr>
        <p:spPr>
          <a:xfrm flipH="1">
            <a:off x="626853" y="5036646"/>
            <a:ext cx="3994030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42386"/>
              <a:gd name="adj6" fmla="val -31145"/>
            </a:avLst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Abadi" panose="020B0604020104020204" pitchFamily="34" charset="0"/>
              </a:rPr>
              <a:t>If RC service model is supported, generate a CONTROL request and send it to the E2 node.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899B87-D335-2686-1D40-82B43F41655C}"/>
              </a:ext>
            </a:extLst>
          </p:cNvPr>
          <p:cNvSpPr/>
          <p:nvPr/>
        </p:nvSpPr>
        <p:spPr>
          <a:xfrm>
            <a:off x="5771070" y="3721849"/>
            <a:ext cx="5981778" cy="35161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366473-B916-B3B4-2391-82A2995701C0}"/>
              </a:ext>
            </a:extLst>
          </p:cNvPr>
          <p:cNvSpPr/>
          <p:nvPr/>
        </p:nvSpPr>
        <p:spPr>
          <a:xfrm>
            <a:off x="5771070" y="4392915"/>
            <a:ext cx="5641675" cy="35161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990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90D8AE-CEAB-D71E-24C8-6D07636A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600" cap="all" spc="-100"/>
              <a:t>Contents of CONTROL Message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639855-19A0-0A96-D9D0-CEB0331D5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796274"/>
            <a:ext cx="5614416" cy="32984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6FAC6F-CE18-7ECA-979A-A06952556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3596328"/>
            <a:ext cx="5614416" cy="169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041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90D8AE-CEAB-D71E-24C8-6D07636A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600" cap="all" spc="-100"/>
              <a:t>Filling qos parameters in control message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F84397-937F-DD1C-ADEC-35870F52D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21" y="2642616"/>
            <a:ext cx="4744453" cy="36057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48168D-BCBC-3B9B-1A3D-7B517A598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922598"/>
            <a:ext cx="5614416" cy="304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795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4621E-1E15-5098-9525-DAA87F169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950" y="147295"/>
            <a:ext cx="10515600" cy="1325563"/>
          </a:xfrm>
        </p:spPr>
        <p:txBody>
          <a:bodyPr/>
          <a:lstStyle/>
          <a:p>
            <a:r>
              <a:rPr lang="en-US">
                <a:latin typeface="Abadi" panose="020B0604020104020204" pitchFamily="34" charset="0"/>
              </a:rPr>
              <a:t>Generate RRC Release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68820F-AED1-F4A9-D266-5F2C5BD7D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455" y="3103667"/>
            <a:ext cx="4671278" cy="6506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vim ~/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oai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/openair2/RRC/NR/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rrc_gNB_NGAP.c</a:t>
            </a:r>
            <a:endParaRPr lang="en-US" sz="140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6A41D05-69EF-BAF9-6362-84A641576723}"/>
              </a:ext>
            </a:extLst>
          </p:cNvPr>
          <p:cNvSpPr txBox="1">
            <a:spLocks/>
          </p:cNvSpPr>
          <p:nvPr/>
        </p:nvSpPr>
        <p:spPr>
          <a:xfrm>
            <a:off x="361950" y="1431241"/>
            <a:ext cx="11544300" cy="1737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badi" panose="020B0604020104020204" pitchFamily="34" charset="0"/>
              </a:rPr>
              <a:t>We will reuse the </a:t>
            </a:r>
            <a:r>
              <a:rPr lang="en-US" b="1" err="1">
                <a:latin typeface="Abadi" panose="020B0604020104020204" pitchFamily="34" charset="0"/>
              </a:rPr>
              <a:t>rrc_gNB_generate_RRCRelease</a:t>
            </a:r>
            <a:r>
              <a:rPr lang="en-US">
                <a:latin typeface="Abadi" panose="020B0604020104020204" pitchFamily="34" charset="0"/>
              </a:rPr>
              <a:t> function defined in </a:t>
            </a:r>
            <a:r>
              <a:rPr lang="en-US" b="1" err="1">
                <a:latin typeface="Abadi" panose="020B0604020104020204" pitchFamily="34" charset="0"/>
              </a:rPr>
              <a:t>rrc_gNB.c</a:t>
            </a:r>
            <a:r>
              <a:rPr lang="en-US">
                <a:latin typeface="Abadi" panose="020B0604020104020204" pitchFamily="34" charset="0"/>
              </a:rPr>
              <a:t> that is used when the AMF issues a command to release a UE’s context.  </a:t>
            </a:r>
          </a:p>
          <a:p>
            <a:r>
              <a:rPr lang="en-US">
                <a:latin typeface="Abadi" panose="020B0604020104020204" pitchFamily="34" charset="0"/>
              </a:rPr>
              <a:t>The code executed when the gNB receives a context release command from the AMF can be found in </a:t>
            </a:r>
            <a:r>
              <a:rPr lang="en-US" b="1">
                <a:latin typeface="Abadi" panose="020B0604020104020204" pitchFamily="34" charset="0"/>
              </a:rPr>
              <a:t>~/</a:t>
            </a:r>
            <a:r>
              <a:rPr lang="en-US" b="1" err="1">
                <a:latin typeface="Abadi" panose="020B0604020104020204" pitchFamily="34" charset="0"/>
              </a:rPr>
              <a:t>oai</a:t>
            </a:r>
            <a:r>
              <a:rPr lang="en-US" b="1">
                <a:latin typeface="Abadi" panose="020B0604020104020204" pitchFamily="34" charset="0"/>
              </a:rPr>
              <a:t>/openair2/RRC/NR/</a:t>
            </a:r>
            <a:r>
              <a:rPr lang="en-US">
                <a:latin typeface="Abadi" panose="020B0604020104020204" pitchFamily="34" charset="0"/>
              </a:rPr>
              <a:t> directory. Open the </a:t>
            </a:r>
            <a:r>
              <a:rPr lang="en-US" b="1" err="1">
                <a:latin typeface="Abadi" panose="020B0604020104020204" pitchFamily="34" charset="0"/>
              </a:rPr>
              <a:t>rrc_gNB_NGAP.c</a:t>
            </a:r>
            <a:r>
              <a:rPr lang="en-US">
                <a:latin typeface="Abadi" panose="020B0604020104020204" pitchFamily="34" charset="0"/>
              </a:rPr>
              <a:t> file using,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B95EFB2-1BFA-C0CC-3DAC-A87C3552C2F2}"/>
              </a:ext>
            </a:extLst>
          </p:cNvPr>
          <p:cNvSpPr txBox="1">
            <a:spLocks/>
          </p:cNvSpPr>
          <p:nvPr/>
        </p:nvSpPr>
        <p:spPr>
          <a:xfrm>
            <a:off x="361950" y="4139473"/>
            <a:ext cx="11229975" cy="2127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badi" panose="020B0604020104020204" pitchFamily="34" charset="0"/>
              </a:rPr>
              <a:t>In this file, look for the </a:t>
            </a:r>
            <a:r>
              <a:rPr lang="en-US" b="1" err="1">
                <a:latin typeface="Abadi" panose="020B0604020104020204" pitchFamily="34" charset="0"/>
              </a:rPr>
              <a:t>rrc_gNB_process_NGAP_UE_CONTEXT_RELEASE_COMMAND</a:t>
            </a:r>
            <a:r>
              <a:rPr lang="en-US" b="1">
                <a:latin typeface="Abadi" panose="020B0604020104020204" pitchFamily="34" charset="0"/>
              </a:rPr>
              <a:t> </a:t>
            </a:r>
            <a:r>
              <a:rPr lang="en-US">
                <a:latin typeface="Abadi" panose="020B0604020104020204" pitchFamily="34" charset="0"/>
              </a:rPr>
              <a:t>function (</a:t>
            </a:r>
            <a:r>
              <a:rPr lang="en-US" i="1">
                <a:latin typeface="Abadi" panose="020B0604020104020204" pitchFamily="34" charset="0"/>
              </a:rPr>
              <a:t>around line 1316</a:t>
            </a:r>
            <a:r>
              <a:rPr lang="en-US">
                <a:latin typeface="Abadi" panose="020B0604020104020204" pitchFamily="34" charset="0"/>
              </a:rPr>
              <a:t>).</a:t>
            </a:r>
          </a:p>
          <a:p>
            <a:r>
              <a:rPr lang="en-US">
                <a:latin typeface="Abadi" panose="020B0604020104020204" pitchFamily="34" charset="0"/>
              </a:rPr>
              <a:t>We will reuse the logic defined here to generate a </a:t>
            </a:r>
            <a:r>
              <a:rPr lang="en-US" u="sng">
                <a:latin typeface="Abadi" panose="020B0604020104020204" pitchFamily="34" charset="0"/>
              </a:rPr>
              <a:t>RRC release command</a:t>
            </a:r>
            <a:r>
              <a:rPr lang="en-US">
                <a:latin typeface="Abadi" panose="020B0604020104020204" pitchFamily="34" charset="0"/>
              </a:rPr>
              <a:t> when the gNB receives a RAN </a:t>
            </a:r>
            <a:r>
              <a:rPr lang="en-US" b="1">
                <a:latin typeface="Abadi" panose="020B0604020104020204" pitchFamily="34" charset="0"/>
              </a:rPr>
              <a:t>Control</a:t>
            </a:r>
            <a:r>
              <a:rPr lang="en-US">
                <a:latin typeface="Abadi" panose="020B0604020104020204" pitchFamily="34" charset="0"/>
              </a:rPr>
              <a:t> request.</a:t>
            </a:r>
          </a:p>
        </p:txBody>
      </p:sp>
    </p:spTree>
    <p:extLst>
      <p:ext uri="{BB962C8B-B14F-4D97-AF65-F5344CB8AC3E}">
        <p14:creationId xmlns:p14="http://schemas.microsoft.com/office/powerpoint/2010/main" val="1525841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BA5339-ABB3-6C81-9872-0FAF10ACA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103" y="1582873"/>
            <a:ext cx="5284915" cy="48411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04621E-1E15-5098-9525-DAA87F169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094" y="211273"/>
            <a:ext cx="10058400" cy="1371600"/>
          </a:xfrm>
        </p:spPr>
        <p:txBody>
          <a:bodyPr/>
          <a:lstStyle/>
          <a:p>
            <a:r>
              <a:rPr lang="en-US">
                <a:latin typeface="Abadi" panose="020B0604020104020204" pitchFamily="34" charset="0"/>
              </a:rPr>
              <a:t>Generate RRC Release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4F6348-516F-1692-70CB-E2B3B21E5C70}"/>
              </a:ext>
            </a:extLst>
          </p:cNvPr>
          <p:cNvSpPr/>
          <p:nvPr/>
        </p:nvSpPr>
        <p:spPr>
          <a:xfrm>
            <a:off x="6475968" y="1961921"/>
            <a:ext cx="5133867" cy="17743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allout: Bent Line 10">
            <a:extLst>
              <a:ext uri="{FF2B5EF4-FFF2-40B4-BE49-F238E27FC236}">
                <a16:creationId xmlns:a16="http://schemas.microsoft.com/office/drawing/2014/main" id="{87569302-D7DB-A0A6-B7D7-9139955D0F21}"/>
              </a:ext>
            </a:extLst>
          </p:cNvPr>
          <p:cNvSpPr/>
          <p:nvPr/>
        </p:nvSpPr>
        <p:spPr>
          <a:xfrm flipH="1">
            <a:off x="776377" y="1744312"/>
            <a:ext cx="3994030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42097"/>
              <a:gd name="adj6" fmla="val -41728"/>
            </a:avLst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Abadi" panose="020B0604020104020204" pitchFamily="34" charset="0"/>
              </a:rPr>
              <a:t>Get UE context by specifying the UE ID.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FD73ED-1997-27D4-8E80-8E591E192A65}"/>
              </a:ext>
            </a:extLst>
          </p:cNvPr>
          <p:cNvSpPr/>
          <p:nvPr/>
        </p:nvSpPr>
        <p:spPr>
          <a:xfrm>
            <a:off x="6542104" y="2179530"/>
            <a:ext cx="5133867" cy="83676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allout: Bent Line 12">
            <a:extLst>
              <a:ext uri="{FF2B5EF4-FFF2-40B4-BE49-F238E27FC236}">
                <a16:creationId xmlns:a16="http://schemas.microsoft.com/office/drawing/2014/main" id="{448481EE-5188-76D6-34AD-53D8761F041C}"/>
              </a:ext>
            </a:extLst>
          </p:cNvPr>
          <p:cNvSpPr/>
          <p:nvPr/>
        </p:nvSpPr>
        <p:spPr>
          <a:xfrm flipH="1">
            <a:off x="776377" y="2816352"/>
            <a:ext cx="3994030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42097"/>
              <a:gd name="adj6" fmla="val -41728"/>
            </a:avLst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Abadi" panose="020B0604020104020204" pitchFamily="34" charset="0"/>
              </a:rPr>
              <a:t>If UE context does not exist, then nothing to do – send UE context release complete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098B58-C241-3C82-36B6-41708FBA848E}"/>
              </a:ext>
            </a:extLst>
          </p:cNvPr>
          <p:cNvSpPr/>
          <p:nvPr/>
        </p:nvSpPr>
        <p:spPr>
          <a:xfrm>
            <a:off x="6759286" y="5188701"/>
            <a:ext cx="5133867" cy="116414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allout: Bent Line 15">
            <a:extLst>
              <a:ext uri="{FF2B5EF4-FFF2-40B4-BE49-F238E27FC236}">
                <a16:creationId xmlns:a16="http://schemas.microsoft.com/office/drawing/2014/main" id="{D4A28BD1-95D6-7291-5773-CBF4DC666968}"/>
              </a:ext>
            </a:extLst>
          </p:cNvPr>
          <p:cNvSpPr/>
          <p:nvPr/>
        </p:nvSpPr>
        <p:spPr>
          <a:xfrm flipH="1">
            <a:off x="868392" y="4194717"/>
            <a:ext cx="3994030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42097"/>
              <a:gd name="adj6" fmla="val -41728"/>
            </a:avLst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Abadi" panose="020B0604020104020204" pitchFamily="34" charset="0"/>
              </a:rPr>
              <a:t>Applicable for split CU-CP, CU-UP modules. E1 interface will have to be used for releasing bearer if PDU session exists.</a:t>
            </a:r>
          </a:p>
        </p:txBody>
      </p:sp>
      <p:sp>
        <p:nvSpPr>
          <p:cNvPr id="17" name="Callout: Bent Line 16">
            <a:extLst>
              <a:ext uri="{FF2B5EF4-FFF2-40B4-BE49-F238E27FC236}">
                <a16:creationId xmlns:a16="http://schemas.microsoft.com/office/drawing/2014/main" id="{7C760359-07B9-36CA-65F6-0EE97DFB5DBE}"/>
              </a:ext>
            </a:extLst>
          </p:cNvPr>
          <p:cNvSpPr/>
          <p:nvPr/>
        </p:nvSpPr>
        <p:spPr>
          <a:xfrm flipH="1">
            <a:off x="868392" y="5607083"/>
            <a:ext cx="3994030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42097"/>
              <a:gd name="adj6" fmla="val -41728"/>
            </a:avLst>
          </a:prstGeom>
          <a:ln>
            <a:solidFill>
              <a:schemeClr val="accent2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latin typeface="Abadi" panose="020B0604020104020204" pitchFamily="34" charset="0"/>
              </a:rPr>
              <a:t>Check if UE is connected to CU and DU and generate RRC release if both checks are true.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C6D806-AA4D-4AFD-D9E6-79FB5B4F816A}"/>
              </a:ext>
            </a:extLst>
          </p:cNvPr>
          <p:cNvSpPr/>
          <p:nvPr/>
        </p:nvSpPr>
        <p:spPr>
          <a:xfrm>
            <a:off x="6693151" y="3643224"/>
            <a:ext cx="5133867" cy="116414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743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CA9B0-F989-1F9A-80C7-C75078545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FF425-05AC-B210-8896-3C60A2DFB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836" y="288443"/>
            <a:ext cx="10515600" cy="1325563"/>
          </a:xfrm>
        </p:spPr>
        <p:txBody>
          <a:bodyPr/>
          <a:lstStyle/>
          <a:p>
            <a:r>
              <a:rPr lang="en-US">
                <a:latin typeface="Abadi" panose="020B0604020104020204" pitchFamily="34" charset="0"/>
              </a:rPr>
              <a:t>Changes to be made in </a:t>
            </a:r>
            <a:r>
              <a:rPr lang="en-US" err="1">
                <a:latin typeface="Abadi" panose="020B0604020104020204" pitchFamily="34" charset="0"/>
              </a:rPr>
              <a:t>FlexRIC</a:t>
            </a:r>
            <a:r>
              <a:rPr lang="en-US">
                <a:latin typeface="Abadi" panose="020B0604020104020204" pitchFamily="34" charset="0"/>
              </a:rPr>
              <a:t> – </a:t>
            </a:r>
            <a:r>
              <a:rPr lang="en-US" err="1">
                <a:latin typeface="Abadi" panose="020B0604020104020204" pitchFamily="34" charset="0"/>
              </a:rPr>
              <a:t>xapp_kpm_rc</a:t>
            </a:r>
            <a:endParaRPr lang="en-US">
              <a:latin typeface="Abadi" panose="020B06040201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A4C143-081D-A47C-9078-98EB3830F320}"/>
              </a:ext>
            </a:extLst>
          </p:cNvPr>
          <p:cNvSpPr txBox="1"/>
          <p:nvPr/>
        </p:nvSpPr>
        <p:spPr>
          <a:xfrm>
            <a:off x="573836" y="1848913"/>
            <a:ext cx="103775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Abadi" panose="020B0604020104020204" pitchFamily="34" charset="0"/>
              </a:rPr>
              <a:t>In the </a:t>
            </a:r>
            <a:r>
              <a:rPr lang="en-US" b="1" err="1">
                <a:latin typeface="Abadi" panose="020B0604020104020204" pitchFamily="34" charset="0"/>
              </a:rPr>
              <a:t>xapp_kpm_rc.c</a:t>
            </a:r>
            <a:r>
              <a:rPr lang="en-US" b="1">
                <a:latin typeface="Abadi" panose="020B0604020104020204" pitchFamily="34" charset="0"/>
              </a:rPr>
              <a:t> </a:t>
            </a:r>
            <a:r>
              <a:rPr lang="en-US">
                <a:latin typeface="Abadi" panose="020B0604020104020204" pitchFamily="34" charset="0"/>
              </a:rPr>
              <a:t>file change </a:t>
            </a:r>
            <a:r>
              <a:rPr lang="en-US" b="1" err="1">
                <a:latin typeface="Abadi" panose="020B0604020104020204" pitchFamily="34" charset="0"/>
              </a:rPr>
              <a:t>qfi</a:t>
            </a:r>
            <a:r>
              <a:rPr lang="en-US" b="1">
                <a:latin typeface="Abadi" panose="020B0604020104020204" pitchFamily="34" charset="0"/>
              </a:rPr>
              <a:t> </a:t>
            </a:r>
            <a:r>
              <a:rPr lang="en-US">
                <a:latin typeface="Abadi" panose="020B0604020104020204" pitchFamily="34" charset="0"/>
              </a:rPr>
              <a:t>parameter to reflect UE ID (hardcoded).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Abadi" panose="020B0604020104020204" pitchFamily="34" charset="0"/>
              </a:rPr>
              <a:t>Basically, we are reusing the existing data structure to represent the parameter we want to encode.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Abadi" panose="020B0604020104020204" pitchFamily="34" charset="0"/>
              </a:rPr>
              <a:t>Since we will be having just one UE connected, use “1” as the UE ID value (as highlighted in the red box).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Abadi" panose="020B0604020104020204" pitchFamily="34" charset="0"/>
              </a:rPr>
              <a:t>Build the </a:t>
            </a:r>
            <a:r>
              <a:rPr lang="en-US" err="1">
                <a:latin typeface="Abadi" panose="020B0604020104020204" pitchFamily="34" charset="0"/>
              </a:rPr>
              <a:t>flexric</a:t>
            </a:r>
            <a:r>
              <a:rPr lang="en-US">
                <a:latin typeface="Abadi" panose="020B0604020104020204" pitchFamily="34" charset="0"/>
              </a:rPr>
              <a:t> module again.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C6D27F-4991-AB11-F49C-0F97C219B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956" y="3981502"/>
            <a:ext cx="11082849" cy="227371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26B110F-2062-D5F2-5B9E-EA5717448DCE}"/>
              </a:ext>
            </a:extLst>
          </p:cNvPr>
          <p:cNvSpPr/>
          <p:nvPr/>
        </p:nvSpPr>
        <p:spPr>
          <a:xfrm>
            <a:off x="573836" y="5820697"/>
            <a:ext cx="7114990" cy="61943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685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0D8AE-CEAB-D71E-24C8-6D07636A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71" y="150793"/>
            <a:ext cx="10515600" cy="832434"/>
          </a:xfrm>
        </p:spPr>
        <p:txBody>
          <a:bodyPr/>
          <a:lstStyle/>
          <a:p>
            <a:r>
              <a:rPr lang="en-US">
                <a:latin typeface="Abadi" panose="020B0604020104020204" pitchFamily="34" charset="0"/>
              </a:rPr>
              <a:t>Changes to be made in OAI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2BDC6C-0025-C8AF-ADCF-82BD58937C68}"/>
              </a:ext>
            </a:extLst>
          </p:cNvPr>
          <p:cNvSpPr txBox="1"/>
          <p:nvPr/>
        </p:nvSpPr>
        <p:spPr>
          <a:xfrm>
            <a:off x="334669" y="1267467"/>
            <a:ext cx="108446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Abadi" panose="020B0604020104020204" pitchFamily="34" charset="0"/>
              </a:rPr>
              <a:t>On the RAN side, make the identified changes in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Abadi" panose="020B0604020104020204" pitchFamily="34" charset="0"/>
            </a:endParaRPr>
          </a:p>
          <a:p>
            <a:r>
              <a:rPr lang="en-US">
                <a:latin typeface="Abadi" panose="020B0604020104020204" pitchFamily="34" charset="0"/>
              </a:rPr>
              <a:t>~/</a:t>
            </a:r>
            <a:r>
              <a:rPr lang="en-US" err="1">
                <a:latin typeface="Abadi" panose="020B0604020104020204" pitchFamily="34" charset="0"/>
              </a:rPr>
              <a:t>oai</a:t>
            </a:r>
            <a:r>
              <a:rPr lang="en-US">
                <a:latin typeface="Abadi" panose="020B0604020104020204" pitchFamily="34" charset="0"/>
              </a:rPr>
              <a:t>/openair2/E2AP/RAN_FUNCTION/O-RAN/</a:t>
            </a:r>
            <a:r>
              <a:rPr lang="en-US" err="1">
                <a:latin typeface="Abadi" panose="020B0604020104020204" pitchFamily="34" charset="0"/>
              </a:rPr>
              <a:t>ran_func_rc.c</a:t>
            </a:r>
            <a:endParaRPr lang="en-US">
              <a:latin typeface="Abadi" panose="020B0604020104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D9F0C5-EE92-8CDE-80B1-22DCD9E19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71" y="3405727"/>
            <a:ext cx="7933107" cy="21109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7AB2D84-E225-7957-7CE6-10A784D615C9}"/>
              </a:ext>
            </a:extLst>
          </p:cNvPr>
          <p:cNvSpPr txBox="1"/>
          <p:nvPr/>
        </p:nvSpPr>
        <p:spPr>
          <a:xfrm>
            <a:off x="249371" y="2613596"/>
            <a:ext cx="10844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Abadi" panose="020B0604020104020204" pitchFamily="34" charset="0"/>
              </a:rPr>
              <a:t>In the beginning of the file, add the highlighted include statement.</a:t>
            </a:r>
          </a:p>
        </p:txBody>
      </p:sp>
    </p:spTree>
    <p:extLst>
      <p:ext uri="{BB962C8B-B14F-4D97-AF65-F5344CB8AC3E}">
        <p14:creationId xmlns:p14="http://schemas.microsoft.com/office/powerpoint/2010/main" val="17176441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F1FF6-1D3A-1DCD-8090-1684A531F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371BA-2846-3AC4-5D24-CC1F2AFB7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71" y="150793"/>
            <a:ext cx="10515600" cy="832434"/>
          </a:xfrm>
        </p:spPr>
        <p:txBody>
          <a:bodyPr/>
          <a:lstStyle/>
          <a:p>
            <a:r>
              <a:rPr lang="en-US">
                <a:latin typeface="Abadi" panose="020B0604020104020204" pitchFamily="34" charset="0"/>
              </a:rPr>
              <a:t>Changes to be made in OAI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E41982-DC22-74A1-A51E-BD1F13C2DE9E}"/>
              </a:ext>
            </a:extLst>
          </p:cNvPr>
          <p:cNvSpPr txBox="1"/>
          <p:nvPr/>
        </p:nvSpPr>
        <p:spPr>
          <a:xfrm>
            <a:off x="249371" y="1267467"/>
            <a:ext cx="108446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Abadi" panose="020B0604020104020204" pitchFamily="34" charset="0"/>
              </a:rPr>
              <a:t>Near the end of the file, look for the function </a:t>
            </a:r>
            <a:r>
              <a:rPr lang="en-US" i="1" err="1">
                <a:latin typeface="Abadi" panose="020B0604020104020204" pitchFamily="34" charset="0"/>
              </a:rPr>
              <a:t>write_ctrl_rc_sm</a:t>
            </a:r>
            <a:r>
              <a:rPr lang="en-US" i="1">
                <a:latin typeface="Abadi" panose="020B0604020104020204" pitchFamily="34" charset="0"/>
              </a:rPr>
              <a:t>, </a:t>
            </a:r>
            <a:r>
              <a:rPr lang="en-US">
                <a:latin typeface="Abadi" panose="020B0604020104020204" pitchFamily="34" charset="0"/>
              </a:rPr>
              <a:t>and add the highlighted lines of code inside the function (Around line 940).</a:t>
            </a:r>
            <a:endParaRPr lang="en-US" i="1">
              <a:latin typeface="Abadi" panose="020B06040201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40EAF9-27F9-6F29-FAD2-B44ACCC1B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574" y="2139612"/>
            <a:ext cx="8858900" cy="456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258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36CC237-776B-B7A5-E6DC-9FA81D5CD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48" y="58993"/>
            <a:ext cx="11670891" cy="67400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70000" lnSpcReduction="20000"/>
          </a:bodyPr>
          <a:lstStyle/>
          <a:p>
            <a:pPr marL="0" indent="0">
              <a:buNone/>
            </a:pPr>
            <a:endParaRPr lang="en-US" sz="140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#if !defined(NGRAN_GNB_CUUP) || (defined(NGRAN_GNB_DU) &amp;&amp; defined(NGRAN_GNB_CUCP))</a:t>
            </a:r>
          </a:p>
          <a:p>
            <a:pPr marL="0" indent="0">
              <a:buNone/>
            </a:pP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// RRC Release functionality - only available in 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gNB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/CU-CP builds</a:t>
            </a:r>
          </a:p>
          <a:p>
            <a:pPr marL="0" indent="0">
              <a:buNone/>
            </a:pP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//assert(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qfi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&lt; 1 &amp;&amp; "UE ID cannot be less than 1");</a:t>
            </a:r>
          </a:p>
          <a:p>
            <a:pPr marL="0" indent="0">
              <a:buNone/>
            </a:pP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ue_id_t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ue_id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(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ue_id_t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qfi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pPr marL="0" indent="0">
              <a:buNone/>
            </a:pPr>
            <a:endParaRPr lang="en-US" sz="140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// 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printf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qfi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%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ld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dir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%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ld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\n", 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qfi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dir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printf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("UE ID = %u (from QFI), 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dir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%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ld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\n", 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ue_id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dir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protocol_ctxt_t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ctxt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pPr marL="0" indent="0">
              <a:buNone/>
            </a:pPr>
            <a:endParaRPr lang="en-US" sz="140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gNB_RRC_INST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*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rrc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RC.nrrrc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[0];</a:t>
            </a:r>
          </a:p>
          <a:p>
            <a:pPr marL="0" indent="0">
              <a:buNone/>
            </a:pP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rrc_gNB_ue_context_t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*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ue_context_p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rrc_gNB_get_ue_context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rrc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ue_id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);</a:t>
            </a:r>
          </a:p>
          <a:p>
            <a:pPr marL="0" indent="0">
              <a:buNone/>
            </a:pPr>
            <a:endParaRPr lang="en-US" sz="140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if (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ue_context_p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!= NULL) {</a:t>
            </a:r>
          </a:p>
          <a:p>
            <a:pPr marL="0" indent="0">
              <a:buNone/>
            </a:pP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gNB_RRC_UE_t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*UE = &amp;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ue_context_p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-&gt;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ue_context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printf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("Found UE with RRC UE ID %u, RNTI %04x\n", UE-&gt;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rrc_ue_id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UE-&gt;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rnti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printf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("Triggering RRC Release for UE %u\n", 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ue_id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);</a:t>
            </a:r>
          </a:p>
          <a:p>
            <a:pPr marL="0" indent="0">
              <a:buNone/>
            </a:pPr>
            <a:endParaRPr lang="en-US" sz="140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rrc_gNB_generate_RRCRelease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rrc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UE);</a:t>
            </a:r>
          </a:p>
          <a:p>
            <a:pPr marL="0" indent="0">
              <a:buNone/>
            </a:pP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printf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("RRC Release triggered for UE %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lu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\n", 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ue_id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} else {</a:t>
            </a:r>
          </a:p>
          <a:p>
            <a:pPr marL="0" indent="0">
              <a:buNone/>
            </a:pP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   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printf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("UE context not found for UE ID %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lu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\n", 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ue_id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}</a:t>
            </a:r>
          </a:p>
          <a:p>
            <a:pPr marL="0" indent="0">
              <a:buNone/>
            </a:pP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#else</a:t>
            </a:r>
          </a:p>
          <a:p>
            <a:pPr marL="0" indent="0">
              <a:buNone/>
            </a:pP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printf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("RRC Release not supported in CUUP-only build\n");</a:t>
            </a:r>
          </a:p>
          <a:p>
            <a:pPr marL="0" indent="0">
              <a:buNone/>
            </a:pP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#endif</a:t>
            </a:r>
          </a:p>
        </p:txBody>
      </p:sp>
    </p:spTree>
    <p:extLst>
      <p:ext uri="{BB962C8B-B14F-4D97-AF65-F5344CB8AC3E}">
        <p14:creationId xmlns:p14="http://schemas.microsoft.com/office/powerpoint/2010/main" val="1831440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RC xApp Implementation</vt:lpstr>
      <vt:lpstr>Overview</vt:lpstr>
      <vt:lpstr>E2SM-RC Services and Styles</vt:lpstr>
      <vt:lpstr>RC Control Service – Styles and actions</vt:lpstr>
      <vt:lpstr>E2SM-RC Services and Styles (Detailed)</vt:lpstr>
      <vt:lpstr>Creating an xApp</vt:lpstr>
      <vt:lpstr>Receiving messages from the RAN</vt:lpstr>
      <vt:lpstr>Sending messages to the RAN</vt:lpstr>
      <vt:lpstr>Contents of CONTROL Message</vt:lpstr>
      <vt:lpstr>Filling qos parameters in control message</vt:lpstr>
      <vt:lpstr>Generate RRC Release</vt:lpstr>
      <vt:lpstr>Generate RRC Release</vt:lpstr>
      <vt:lpstr>Changes to be made in FlexRIC – xapp_kpm_rc</vt:lpstr>
      <vt:lpstr>Changes to be made in OAI</vt:lpstr>
      <vt:lpstr>Changes to be made in OAI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Upadhyaya, Pratheek Shankaranarayana</dc:creator>
  <cp:revision>1</cp:revision>
  <dcterms:created xsi:type="dcterms:W3CDTF">2025-10-14T18:02:56Z</dcterms:created>
  <dcterms:modified xsi:type="dcterms:W3CDTF">2025-10-14T19:18:44Z</dcterms:modified>
</cp:coreProperties>
</file>