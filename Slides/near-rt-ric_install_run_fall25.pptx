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65" r:id="rId4"/>
    <p:sldId id="258" r:id="rId5"/>
    <p:sldId id="276" r:id="rId6"/>
    <p:sldId id="277" r:id="rId7"/>
    <p:sldId id="279" r:id="rId8"/>
    <p:sldId id="281" r:id="rId9"/>
    <p:sldId id="262" r:id="rId10"/>
    <p:sldId id="278" r:id="rId11"/>
    <p:sldId id="28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1B26A3F-A44F-4324-88EF-A70A0804301A}">
          <p14:sldIdLst>
            <p14:sldId id="256"/>
            <p14:sldId id="263"/>
            <p14:sldId id="265"/>
          </p14:sldIdLst>
        </p14:section>
        <p14:section name="Run near-RT RIC &amp; xApp" id="{DCB6B5C0-36F4-44B8-8B6A-B8C36321D940}">
          <p14:sldIdLst>
            <p14:sldId id="258"/>
            <p14:sldId id="276"/>
            <p14:sldId id="277"/>
            <p14:sldId id="279"/>
            <p14:sldId id="281"/>
            <p14:sldId id="262"/>
            <p14:sldId id="278"/>
            <p14:sldId id="28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6EA4F4-5B0E-4C0C-BD34-CD18812D59DE}" v="108" dt="2025-10-09T18:42:43.8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96"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adhyaya, Pratheek Shankaranarayana" userId="d86132f3-b278-41c2-8c29-98b709d334a7" providerId="ADAL" clId="{42539C57-6514-4765-9EB3-3EC073085AD5}"/>
    <pc:docChg chg="undo custSel addSld delSld modSld sldOrd delMainMaster addSection modSection">
      <pc:chgData name="Upadhyaya, Pratheek Shankaranarayana" userId="d86132f3-b278-41c2-8c29-98b709d334a7" providerId="ADAL" clId="{42539C57-6514-4765-9EB3-3EC073085AD5}" dt="2025-10-09T18:43:08.250" v="1080" actId="26606"/>
      <pc:docMkLst>
        <pc:docMk/>
      </pc:docMkLst>
      <pc:sldChg chg="modSp del mod">
        <pc:chgData name="Upadhyaya, Pratheek Shankaranarayana" userId="d86132f3-b278-41c2-8c29-98b709d334a7" providerId="ADAL" clId="{42539C57-6514-4765-9EB3-3EC073085AD5}" dt="2025-10-09T16:15:58.938" v="57" actId="47"/>
        <pc:sldMkLst>
          <pc:docMk/>
          <pc:sldMk cId="995494482" sldId="256"/>
        </pc:sldMkLst>
        <pc:spChg chg="mod">
          <ac:chgData name="Upadhyaya, Pratheek Shankaranarayana" userId="d86132f3-b278-41c2-8c29-98b709d334a7" providerId="ADAL" clId="{42539C57-6514-4765-9EB3-3EC073085AD5}" dt="2025-10-09T16:15:15.115" v="7" actId="20577"/>
          <ac:spMkLst>
            <pc:docMk/>
            <pc:sldMk cId="995494482" sldId="256"/>
            <ac:spMk id="2" creationId="{BEB9D8D3-9301-4D1C-3F19-6BC933F67FD3}"/>
          </ac:spMkLst>
        </pc:spChg>
        <pc:spChg chg="mod">
          <ac:chgData name="Upadhyaya, Pratheek Shankaranarayana" userId="d86132f3-b278-41c2-8c29-98b709d334a7" providerId="ADAL" clId="{42539C57-6514-4765-9EB3-3EC073085AD5}" dt="2025-10-09T16:15:10.120" v="0"/>
          <ac:spMkLst>
            <pc:docMk/>
            <pc:sldMk cId="995494482" sldId="256"/>
            <ac:spMk id="3" creationId="{B40CF3EC-FFA9-3877-B87C-C8E48F02935F}"/>
          </ac:spMkLst>
        </pc:spChg>
      </pc:sldChg>
      <pc:sldChg chg="modSp add ord">
        <pc:chgData name="Upadhyaya, Pratheek Shankaranarayana" userId="d86132f3-b278-41c2-8c29-98b709d334a7" providerId="ADAL" clId="{42539C57-6514-4765-9EB3-3EC073085AD5}" dt="2025-10-09T16:16:50.755" v="65"/>
        <pc:sldMkLst>
          <pc:docMk/>
          <pc:sldMk cId="1672552403" sldId="256"/>
        </pc:sldMkLst>
        <pc:spChg chg="mod">
          <ac:chgData name="Upadhyaya, Pratheek Shankaranarayana" userId="d86132f3-b278-41c2-8c29-98b709d334a7" providerId="ADAL" clId="{42539C57-6514-4765-9EB3-3EC073085AD5}" dt="2025-10-09T16:16:49.235" v="63"/>
          <ac:spMkLst>
            <pc:docMk/>
            <pc:sldMk cId="1672552403" sldId="256"/>
            <ac:spMk id="2" creationId="{243E3DBC-01E7-DFF0-FC2E-0724DD5A1DD9}"/>
          </ac:spMkLst>
        </pc:spChg>
      </pc:sldChg>
      <pc:sldChg chg="addSp delSp add del setBg delDesignElem">
        <pc:chgData name="Upadhyaya, Pratheek Shankaranarayana" userId="d86132f3-b278-41c2-8c29-98b709d334a7" providerId="ADAL" clId="{42539C57-6514-4765-9EB3-3EC073085AD5}" dt="2025-10-09T16:16:36.852" v="60"/>
        <pc:sldMkLst>
          <pc:docMk/>
          <pc:sldMk cId="2487643172" sldId="256"/>
        </pc:sldMkLst>
        <pc:spChg chg="add del">
          <ac:chgData name="Upadhyaya, Pratheek Shankaranarayana" userId="d86132f3-b278-41c2-8c29-98b709d334a7" providerId="ADAL" clId="{42539C57-6514-4765-9EB3-3EC073085AD5}" dt="2025-10-09T16:16:36.852" v="60"/>
          <ac:spMkLst>
            <pc:docMk/>
            <pc:sldMk cId="2487643172" sldId="256"/>
            <ac:spMk id="8" creationId="{943CAA20-3569-4189-9E48-239A229A86CA}"/>
          </ac:spMkLst>
        </pc:spChg>
        <pc:spChg chg="add del">
          <ac:chgData name="Upadhyaya, Pratheek Shankaranarayana" userId="d86132f3-b278-41c2-8c29-98b709d334a7" providerId="ADAL" clId="{42539C57-6514-4765-9EB3-3EC073085AD5}" dt="2025-10-09T16:16:36.852" v="60"/>
          <ac:spMkLst>
            <pc:docMk/>
            <pc:sldMk cId="2487643172" sldId="256"/>
            <ac:spMk id="10" creationId="{DA542B6D-E775-4832-91DC-2D20F857813A}"/>
          </ac:spMkLst>
        </pc:spChg>
      </pc:sldChg>
      <pc:sldChg chg="delSp modSp add del mod setBg delDesignElem">
        <pc:chgData name="Upadhyaya, Pratheek Shankaranarayana" userId="d86132f3-b278-41c2-8c29-98b709d334a7" providerId="ADAL" clId="{42539C57-6514-4765-9EB3-3EC073085AD5}" dt="2025-10-09T16:16:52.247" v="66" actId="47"/>
        <pc:sldMkLst>
          <pc:docMk/>
          <pc:sldMk cId="988232983" sldId="257"/>
        </pc:sldMkLst>
        <pc:spChg chg="mod">
          <ac:chgData name="Upadhyaya, Pratheek Shankaranarayana" userId="d86132f3-b278-41c2-8c29-98b709d334a7" providerId="ADAL" clId="{42539C57-6514-4765-9EB3-3EC073085AD5}" dt="2025-10-09T16:16:45.349" v="62" actId="21"/>
          <ac:spMkLst>
            <pc:docMk/>
            <pc:sldMk cId="988232983" sldId="257"/>
            <ac:spMk id="2" creationId="{243E3DBC-01E7-DFF0-FC2E-0724DD5A1DD9}"/>
          </ac:spMkLst>
        </pc:spChg>
        <pc:spChg chg="del">
          <ac:chgData name="Upadhyaya, Pratheek Shankaranarayana" userId="d86132f3-b278-41c2-8c29-98b709d334a7" providerId="ADAL" clId="{42539C57-6514-4765-9EB3-3EC073085AD5}" dt="2025-10-09T16:15:21.442" v="9"/>
          <ac:spMkLst>
            <pc:docMk/>
            <pc:sldMk cId="988232983" sldId="257"/>
            <ac:spMk id="8" creationId="{943CAA20-3569-4189-9E48-239A229A86CA}"/>
          </ac:spMkLst>
        </pc:spChg>
        <pc:spChg chg="del">
          <ac:chgData name="Upadhyaya, Pratheek Shankaranarayana" userId="d86132f3-b278-41c2-8c29-98b709d334a7" providerId="ADAL" clId="{42539C57-6514-4765-9EB3-3EC073085AD5}" dt="2025-10-09T16:15:21.442" v="9"/>
          <ac:spMkLst>
            <pc:docMk/>
            <pc:sldMk cId="988232983" sldId="257"/>
            <ac:spMk id="10" creationId="{DA542B6D-E775-4832-91DC-2D20F857813A}"/>
          </ac:spMkLst>
        </pc:spChg>
      </pc:sldChg>
      <pc:sldChg chg="addSp delSp modSp new del mod">
        <pc:chgData name="Upadhyaya, Pratheek Shankaranarayana" userId="d86132f3-b278-41c2-8c29-98b709d334a7" providerId="ADAL" clId="{42539C57-6514-4765-9EB3-3EC073085AD5}" dt="2025-10-09T16:39:24.689" v="296" actId="47"/>
        <pc:sldMkLst>
          <pc:docMk/>
          <pc:sldMk cId="1180937371" sldId="257"/>
        </pc:sldMkLst>
        <pc:spChg chg="add del mod">
          <ac:chgData name="Upadhyaya, Pratheek Shankaranarayana" userId="d86132f3-b278-41c2-8c29-98b709d334a7" providerId="ADAL" clId="{42539C57-6514-4765-9EB3-3EC073085AD5}" dt="2025-10-09T16:33:24.816" v="213" actId="21"/>
          <ac:spMkLst>
            <pc:docMk/>
            <pc:sldMk cId="1180937371" sldId="257"/>
            <ac:spMk id="4" creationId="{1EA26CE0-17D8-6966-8820-64BAD681C13E}"/>
          </ac:spMkLst>
        </pc:spChg>
        <pc:spChg chg="add del mod">
          <ac:chgData name="Upadhyaya, Pratheek Shankaranarayana" userId="d86132f3-b278-41c2-8c29-98b709d334a7" providerId="ADAL" clId="{42539C57-6514-4765-9EB3-3EC073085AD5}" dt="2025-10-09T16:33:24.816" v="213" actId="21"/>
          <ac:spMkLst>
            <pc:docMk/>
            <pc:sldMk cId="1180937371" sldId="257"/>
            <ac:spMk id="6" creationId="{896E0535-F3C8-0FC0-8BB6-D23A6844B541}"/>
          </ac:spMkLst>
        </pc:spChg>
        <pc:picChg chg="add del mod">
          <ac:chgData name="Upadhyaya, Pratheek Shankaranarayana" userId="d86132f3-b278-41c2-8c29-98b709d334a7" providerId="ADAL" clId="{42539C57-6514-4765-9EB3-3EC073085AD5}" dt="2025-10-09T16:33:24.816" v="213" actId="21"/>
          <ac:picMkLst>
            <pc:docMk/>
            <pc:sldMk cId="1180937371" sldId="257"/>
            <ac:picMk id="13" creationId="{B34F24EF-15A0-C9E4-B83D-1E0D1D60A9F2}"/>
          </ac:picMkLst>
        </pc:picChg>
      </pc:sldChg>
      <pc:sldChg chg="add">
        <pc:chgData name="Upadhyaya, Pratheek Shankaranarayana" userId="d86132f3-b278-41c2-8c29-98b709d334a7" providerId="ADAL" clId="{42539C57-6514-4765-9EB3-3EC073085AD5}" dt="2025-10-09T17:07:54.185" v="306"/>
        <pc:sldMkLst>
          <pc:docMk/>
          <pc:sldMk cId="3479563178" sldId="258"/>
        </pc:sldMkLst>
      </pc:sldChg>
      <pc:sldChg chg="addSp modSp add mod">
        <pc:chgData name="Upadhyaya, Pratheek Shankaranarayana" userId="d86132f3-b278-41c2-8c29-98b709d334a7" providerId="ADAL" clId="{42539C57-6514-4765-9EB3-3EC073085AD5}" dt="2025-10-09T18:22:59.471" v="935" actId="14100"/>
        <pc:sldMkLst>
          <pc:docMk/>
          <pc:sldMk cId="202739399" sldId="262"/>
        </pc:sldMkLst>
        <pc:spChg chg="mod">
          <ac:chgData name="Upadhyaya, Pratheek Shankaranarayana" userId="d86132f3-b278-41c2-8c29-98b709d334a7" providerId="ADAL" clId="{42539C57-6514-4765-9EB3-3EC073085AD5}" dt="2025-10-09T18:14:36.274" v="902" actId="20577"/>
          <ac:spMkLst>
            <pc:docMk/>
            <pc:sldMk cId="202739399" sldId="262"/>
            <ac:spMk id="2" creationId="{46C94F5A-34BA-9CA6-53C2-6C4F69C98CE8}"/>
          </ac:spMkLst>
        </pc:spChg>
        <pc:spChg chg="add mod">
          <ac:chgData name="Upadhyaya, Pratheek Shankaranarayana" userId="d86132f3-b278-41c2-8c29-98b709d334a7" providerId="ADAL" clId="{42539C57-6514-4765-9EB3-3EC073085AD5}" dt="2025-10-09T18:22:59.471" v="935" actId="14100"/>
          <ac:spMkLst>
            <pc:docMk/>
            <pc:sldMk cId="202739399" sldId="262"/>
            <ac:spMk id="3" creationId="{52B329A3-5574-32EC-36E5-CE9D64A992C3}"/>
          </ac:spMkLst>
        </pc:spChg>
        <pc:spChg chg="mod">
          <ac:chgData name="Upadhyaya, Pratheek Shankaranarayana" userId="d86132f3-b278-41c2-8c29-98b709d334a7" providerId="ADAL" clId="{42539C57-6514-4765-9EB3-3EC073085AD5}" dt="2025-10-09T18:14:12.921" v="868" actId="1076"/>
          <ac:spMkLst>
            <pc:docMk/>
            <pc:sldMk cId="202739399" sldId="262"/>
            <ac:spMk id="4" creationId="{51AD2008-5918-804C-CF7C-F9728D4795AB}"/>
          </ac:spMkLst>
        </pc:spChg>
        <pc:spChg chg="mod">
          <ac:chgData name="Upadhyaya, Pratheek Shankaranarayana" userId="d86132f3-b278-41c2-8c29-98b709d334a7" providerId="ADAL" clId="{42539C57-6514-4765-9EB3-3EC073085AD5}" dt="2025-10-09T17:30:10.624" v="703" actId="20577"/>
          <ac:spMkLst>
            <pc:docMk/>
            <pc:sldMk cId="202739399" sldId="262"/>
            <ac:spMk id="5" creationId="{0CC3E125-1A62-C663-A184-DD3802489548}"/>
          </ac:spMkLst>
        </pc:spChg>
        <pc:spChg chg="add mod">
          <ac:chgData name="Upadhyaya, Pratheek Shankaranarayana" userId="d86132f3-b278-41c2-8c29-98b709d334a7" providerId="ADAL" clId="{42539C57-6514-4765-9EB3-3EC073085AD5}" dt="2025-10-09T18:22:10.758" v="931" actId="1076"/>
          <ac:spMkLst>
            <pc:docMk/>
            <pc:sldMk cId="202739399" sldId="262"/>
            <ac:spMk id="8" creationId="{C90EDBB6-8668-C916-529D-1330C2B9A8F8}"/>
          </ac:spMkLst>
        </pc:spChg>
      </pc:sldChg>
      <pc:sldChg chg="addSp delSp modSp add mod ord">
        <pc:chgData name="Upadhyaya, Pratheek Shankaranarayana" userId="d86132f3-b278-41c2-8c29-98b709d334a7" providerId="ADAL" clId="{42539C57-6514-4765-9EB3-3EC073085AD5}" dt="2025-10-09T18:38:15.344" v="1054" actId="20577"/>
        <pc:sldMkLst>
          <pc:docMk/>
          <pc:sldMk cId="380385666" sldId="263"/>
        </pc:sldMkLst>
        <pc:spChg chg="mod">
          <ac:chgData name="Upadhyaya, Pratheek Shankaranarayana" userId="d86132f3-b278-41c2-8c29-98b709d334a7" providerId="ADAL" clId="{42539C57-6514-4765-9EB3-3EC073085AD5}" dt="2025-10-09T16:23:19.517" v="132" actId="20577"/>
          <ac:spMkLst>
            <pc:docMk/>
            <pc:sldMk cId="380385666" sldId="263"/>
            <ac:spMk id="2" creationId="{910FDFEE-5084-85D6-931D-2690452A08D9}"/>
          </ac:spMkLst>
        </pc:spChg>
        <pc:spChg chg="mod">
          <ac:chgData name="Upadhyaya, Pratheek Shankaranarayana" userId="d86132f3-b278-41c2-8c29-98b709d334a7" providerId="ADAL" clId="{42539C57-6514-4765-9EB3-3EC073085AD5}" dt="2025-10-09T18:38:15.344" v="1054" actId="20577"/>
          <ac:spMkLst>
            <pc:docMk/>
            <pc:sldMk cId="380385666" sldId="263"/>
            <ac:spMk id="3" creationId="{1ECA9868-CC85-5BA0-3C97-B0714BB7ECC6}"/>
          </ac:spMkLst>
        </pc:spChg>
        <pc:spChg chg="del">
          <ac:chgData name="Upadhyaya, Pratheek Shankaranarayana" userId="d86132f3-b278-41c2-8c29-98b709d334a7" providerId="ADAL" clId="{42539C57-6514-4765-9EB3-3EC073085AD5}" dt="2025-10-09T16:23:11.525" v="118" actId="21"/>
          <ac:spMkLst>
            <pc:docMk/>
            <pc:sldMk cId="380385666" sldId="263"/>
            <ac:spMk id="4" creationId="{1EA26CE0-17D8-6966-8820-64BAD681C13E}"/>
          </ac:spMkLst>
        </pc:spChg>
        <pc:spChg chg="mod">
          <ac:chgData name="Upadhyaya, Pratheek Shankaranarayana" userId="d86132f3-b278-41c2-8c29-98b709d334a7" providerId="ADAL" clId="{42539C57-6514-4765-9EB3-3EC073085AD5}" dt="2025-10-09T16:39:20.691" v="295" actId="20577"/>
          <ac:spMkLst>
            <pc:docMk/>
            <pc:sldMk cId="380385666" sldId="263"/>
            <ac:spMk id="5" creationId="{B583F8CA-3A83-03D7-3055-A87835D5EBCF}"/>
          </ac:spMkLst>
        </pc:spChg>
        <pc:spChg chg="del">
          <ac:chgData name="Upadhyaya, Pratheek Shankaranarayana" userId="d86132f3-b278-41c2-8c29-98b709d334a7" providerId="ADAL" clId="{42539C57-6514-4765-9EB3-3EC073085AD5}" dt="2025-10-09T16:23:11.525" v="118" actId="21"/>
          <ac:spMkLst>
            <pc:docMk/>
            <pc:sldMk cId="380385666" sldId="263"/>
            <ac:spMk id="6" creationId="{896E0535-F3C8-0FC0-8BB6-D23A6844B541}"/>
          </ac:spMkLst>
        </pc:spChg>
        <pc:spChg chg="mod">
          <ac:chgData name="Upadhyaya, Pratheek Shankaranarayana" userId="d86132f3-b278-41c2-8c29-98b709d334a7" providerId="ADAL" clId="{42539C57-6514-4765-9EB3-3EC073085AD5}" dt="2025-10-09T16:33:36.191" v="217" actId="2711"/>
          <ac:spMkLst>
            <pc:docMk/>
            <pc:sldMk cId="380385666" sldId="263"/>
            <ac:spMk id="7" creationId="{D4B2C97E-C70B-0A57-0424-882AE679AF31}"/>
          </ac:spMkLst>
        </pc:spChg>
        <pc:spChg chg="add del mod">
          <ac:chgData name="Upadhyaya, Pratheek Shankaranarayana" userId="d86132f3-b278-41c2-8c29-98b709d334a7" providerId="ADAL" clId="{42539C57-6514-4765-9EB3-3EC073085AD5}" dt="2025-10-09T16:33:19.663" v="212" actId="478"/>
          <ac:spMkLst>
            <pc:docMk/>
            <pc:sldMk cId="380385666" sldId="263"/>
            <ac:spMk id="8" creationId="{2F631F1A-53B6-D565-8899-B79350A9F667}"/>
          </ac:spMkLst>
        </pc:spChg>
        <pc:spChg chg="add del mod">
          <ac:chgData name="Upadhyaya, Pratheek Shankaranarayana" userId="d86132f3-b278-41c2-8c29-98b709d334a7" providerId="ADAL" clId="{42539C57-6514-4765-9EB3-3EC073085AD5}" dt="2025-10-09T16:33:15.599" v="211" actId="478"/>
          <ac:spMkLst>
            <pc:docMk/>
            <pc:sldMk cId="380385666" sldId="263"/>
            <ac:spMk id="9" creationId="{387551FB-CE18-77BA-A5E7-D558EE716173}"/>
          </ac:spMkLst>
        </pc:spChg>
        <pc:spChg chg="add mod">
          <ac:chgData name="Upadhyaya, Pratheek Shankaranarayana" userId="d86132f3-b278-41c2-8c29-98b709d334a7" providerId="ADAL" clId="{42539C57-6514-4765-9EB3-3EC073085AD5}" dt="2025-10-09T16:40:09.117" v="303" actId="255"/>
          <ac:spMkLst>
            <pc:docMk/>
            <pc:sldMk cId="380385666" sldId="263"/>
            <ac:spMk id="10" creationId="{1EA26CE0-17D8-6966-8820-64BAD681C13E}"/>
          </ac:spMkLst>
        </pc:spChg>
        <pc:spChg chg="add mod">
          <ac:chgData name="Upadhyaya, Pratheek Shankaranarayana" userId="d86132f3-b278-41c2-8c29-98b709d334a7" providerId="ADAL" clId="{42539C57-6514-4765-9EB3-3EC073085AD5}" dt="2025-10-09T16:35:25.071" v="229" actId="20577"/>
          <ac:spMkLst>
            <pc:docMk/>
            <pc:sldMk cId="380385666" sldId="263"/>
            <ac:spMk id="11" creationId="{896E0535-F3C8-0FC0-8BB6-D23A6844B541}"/>
          </ac:spMkLst>
        </pc:spChg>
        <pc:picChg chg="add mod">
          <ac:chgData name="Upadhyaya, Pratheek Shankaranarayana" userId="d86132f3-b278-41c2-8c29-98b709d334a7" providerId="ADAL" clId="{42539C57-6514-4765-9EB3-3EC073085AD5}" dt="2025-10-09T16:33:50.358" v="221" actId="1076"/>
          <ac:picMkLst>
            <pc:docMk/>
            <pc:sldMk cId="380385666" sldId="263"/>
            <ac:picMk id="12" creationId="{B34F24EF-15A0-C9E4-B83D-1E0D1D60A9F2}"/>
          </ac:picMkLst>
        </pc:picChg>
        <pc:picChg chg="del">
          <ac:chgData name="Upadhyaya, Pratheek Shankaranarayana" userId="d86132f3-b278-41c2-8c29-98b709d334a7" providerId="ADAL" clId="{42539C57-6514-4765-9EB3-3EC073085AD5}" dt="2025-10-09T16:23:11.525" v="118" actId="21"/>
          <ac:picMkLst>
            <pc:docMk/>
            <pc:sldMk cId="380385666" sldId="263"/>
            <ac:picMk id="13" creationId="{B34F24EF-15A0-C9E4-B83D-1E0D1D60A9F2}"/>
          </ac:picMkLst>
        </pc:picChg>
        <pc:picChg chg="mod">
          <ac:chgData name="Upadhyaya, Pratheek Shankaranarayana" userId="d86132f3-b278-41c2-8c29-98b709d334a7" providerId="ADAL" clId="{42539C57-6514-4765-9EB3-3EC073085AD5}" dt="2025-10-09T16:30:23.717" v="207" actId="1076"/>
          <ac:picMkLst>
            <pc:docMk/>
            <pc:sldMk cId="380385666" sldId="263"/>
            <ac:picMk id="15" creationId="{036AC99E-BAAC-8559-54B0-2D6939BB71D4}"/>
          </ac:picMkLst>
        </pc:picChg>
      </pc:sldChg>
      <pc:sldChg chg="modSp add mod">
        <pc:chgData name="Upadhyaya, Pratheek Shankaranarayana" userId="d86132f3-b278-41c2-8c29-98b709d334a7" providerId="ADAL" clId="{42539C57-6514-4765-9EB3-3EC073085AD5}" dt="2025-10-09T17:13:45.292" v="338" actId="2711"/>
        <pc:sldMkLst>
          <pc:docMk/>
          <pc:sldMk cId="3372907330" sldId="265"/>
        </pc:sldMkLst>
        <pc:spChg chg="mod">
          <ac:chgData name="Upadhyaya, Pratheek Shankaranarayana" userId="d86132f3-b278-41c2-8c29-98b709d334a7" providerId="ADAL" clId="{42539C57-6514-4765-9EB3-3EC073085AD5}" dt="2025-10-09T16:37:43.128" v="263" actId="1076"/>
          <ac:spMkLst>
            <pc:docMk/>
            <pc:sldMk cId="3372907330" sldId="265"/>
            <ac:spMk id="2" creationId="{F9B6DAFD-7FA7-0F62-FEF1-B0168E5736F2}"/>
          </ac:spMkLst>
        </pc:spChg>
        <pc:spChg chg="mod">
          <ac:chgData name="Upadhyaya, Pratheek Shankaranarayana" userId="d86132f3-b278-41c2-8c29-98b709d334a7" providerId="ADAL" clId="{42539C57-6514-4765-9EB3-3EC073085AD5}" dt="2025-10-09T16:38:02.991" v="277" actId="14100"/>
          <ac:spMkLst>
            <pc:docMk/>
            <pc:sldMk cId="3372907330" sldId="265"/>
            <ac:spMk id="3" creationId="{C3D9A919-9CFF-9DF3-A083-A8624D71D0F2}"/>
          </ac:spMkLst>
        </pc:spChg>
        <pc:spChg chg="mod">
          <ac:chgData name="Upadhyaya, Pratheek Shankaranarayana" userId="d86132f3-b278-41c2-8c29-98b709d334a7" providerId="ADAL" clId="{42539C57-6514-4765-9EB3-3EC073085AD5}" dt="2025-10-09T16:37:35.358" v="261" actId="1076"/>
          <ac:spMkLst>
            <pc:docMk/>
            <pc:sldMk cId="3372907330" sldId="265"/>
            <ac:spMk id="4" creationId="{90526CC2-4FD7-0AD0-BB6B-0DC86AF34C7D}"/>
          </ac:spMkLst>
        </pc:spChg>
        <pc:spChg chg="mod">
          <ac:chgData name="Upadhyaya, Pratheek Shankaranarayana" userId="d86132f3-b278-41c2-8c29-98b709d334a7" providerId="ADAL" clId="{42539C57-6514-4765-9EB3-3EC073085AD5}" dt="2025-10-09T17:13:45.292" v="338" actId="2711"/>
          <ac:spMkLst>
            <pc:docMk/>
            <pc:sldMk cId="3372907330" sldId="265"/>
            <ac:spMk id="5" creationId="{F2AB9D01-53F6-C5DF-6AB2-174CD10C0627}"/>
          </ac:spMkLst>
        </pc:spChg>
        <pc:spChg chg="mod">
          <ac:chgData name="Upadhyaya, Pratheek Shankaranarayana" userId="d86132f3-b278-41c2-8c29-98b709d334a7" providerId="ADAL" clId="{42539C57-6514-4765-9EB3-3EC073085AD5}" dt="2025-10-09T16:49:48.586" v="305" actId="20577"/>
          <ac:spMkLst>
            <pc:docMk/>
            <pc:sldMk cId="3372907330" sldId="265"/>
            <ac:spMk id="13" creationId="{517E1F99-D92D-EACA-E98E-1D4E61EFBFFA}"/>
          </ac:spMkLst>
        </pc:spChg>
        <pc:picChg chg="mod">
          <ac:chgData name="Upadhyaya, Pratheek Shankaranarayana" userId="d86132f3-b278-41c2-8c29-98b709d334a7" providerId="ADAL" clId="{42539C57-6514-4765-9EB3-3EC073085AD5}" dt="2025-10-09T16:37:46.946" v="264" actId="14100"/>
          <ac:picMkLst>
            <pc:docMk/>
            <pc:sldMk cId="3372907330" sldId="265"/>
            <ac:picMk id="6" creationId="{19EF7C5A-698B-98D1-44C0-814EFB8F715C}"/>
          </ac:picMkLst>
        </pc:picChg>
        <pc:picChg chg="mod">
          <ac:chgData name="Upadhyaya, Pratheek Shankaranarayana" userId="d86132f3-b278-41c2-8c29-98b709d334a7" providerId="ADAL" clId="{42539C57-6514-4765-9EB3-3EC073085AD5}" dt="2025-10-09T16:38:16.594" v="280" actId="1076"/>
          <ac:picMkLst>
            <pc:docMk/>
            <pc:sldMk cId="3372907330" sldId="265"/>
            <ac:picMk id="11" creationId="{4AA2FCDF-4259-C6A4-C5A6-7015FFE8DFF8}"/>
          </ac:picMkLst>
        </pc:picChg>
      </pc:sldChg>
      <pc:sldChg chg="new del">
        <pc:chgData name="Upadhyaya, Pratheek Shankaranarayana" userId="d86132f3-b278-41c2-8c29-98b709d334a7" providerId="ADAL" clId="{42539C57-6514-4765-9EB3-3EC073085AD5}" dt="2025-10-09T17:08:01.416" v="308" actId="47"/>
        <pc:sldMkLst>
          <pc:docMk/>
          <pc:sldMk cId="2306803238" sldId="266"/>
        </pc:sldMkLst>
      </pc:sldChg>
      <pc:sldChg chg="addSp modSp add mod">
        <pc:chgData name="Upadhyaya, Pratheek Shankaranarayana" userId="d86132f3-b278-41c2-8c29-98b709d334a7" providerId="ADAL" clId="{42539C57-6514-4765-9EB3-3EC073085AD5}" dt="2025-10-09T17:13:36.410" v="337" actId="2711"/>
        <pc:sldMkLst>
          <pc:docMk/>
          <pc:sldMk cId="2767601481" sldId="276"/>
        </pc:sldMkLst>
        <pc:spChg chg="mod">
          <ac:chgData name="Upadhyaya, Pratheek Shankaranarayana" userId="d86132f3-b278-41c2-8c29-98b709d334a7" providerId="ADAL" clId="{42539C57-6514-4765-9EB3-3EC073085AD5}" dt="2025-10-09T17:13:15.936" v="334" actId="1076"/>
          <ac:spMkLst>
            <pc:docMk/>
            <pc:sldMk cId="2767601481" sldId="276"/>
            <ac:spMk id="2" creationId="{B546E3AC-C270-5D8F-D2C9-125D1D647189}"/>
          </ac:spMkLst>
        </pc:spChg>
        <pc:spChg chg="mod">
          <ac:chgData name="Upadhyaya, Pratheek Shankaranarayana" userId="d86132f3-b278-41c2-8c29-98b709d334a7" providerId="ADAL" clId="{42539C57-6514-4765-9EB3-3EC073085AD5}" dt="2025-10-09T17:13:15.029" v="333" actId="1076"/>
          <ac:spMkLst>
            <pc:docMk/>
            <pc:sldMk cId="2767601481" sldId="276"/>
            <ac:spMk id="3" creationId="{268D59EE-B938-AF9A-0661-6C781F694127}"/>
          </ac:spMkLst>
        </pc:spChg>
        <pc:spChg chg="mod">
          <ac:chgData name="Upadhyaya, Pratheek Shankaranarayana" userId="d86132f3-b278-41c2-8c29-98b709d334a7" providerId="ADAL" clId="{42539C57-6514-4765-9EB3-3EC073085AD5}" dt="2025-10-09T17:13:14.591" v="332" actId="1076"/>
          <ac:spMkLst>
            <pc:docMk/>
            <pc:sldMk cId="2767601481" sldId="276"/>
            <ac:spMk id="4" creationId="{DFD59AC1-DE3F-780B-EA5F-1E6702CB77F7}"/>
          </ac:spMkLst>
        </pc:spChg>
        <pc:spChg chg="mod">
          <ac:chgData name="Upadhyaya, Pratheek Shankaranarayana" userId="d86132f3-b278-41c2-8c29-98b709d334a7" providerId="ADAL" clId="{42539C57-6514-4765-9EB3-3EC073085AD5}" dt="2025-10-09T17:13:29.783" v="336" actId="2711"/>
          <ac:spMkLst>
            <pc:docMk/>
            <pc:sldMk cId="2767601481" sldId="276"/>
            <ac:spMk id="5" creationId="{DF6D7173-DBF7-4092-3AE9-0BA998D2AD24}"/>
          </ac:spMkLst>
        </pc:spChg>
        <pc:spChg chg="add mod">
          <ac:chgData name="Upadhyaya, Pratheek Shankaranarayana" userId="d86132f3-b278-41c2-8c29-98b709d334a7" providerId="ADAL" clId="{42539C57-6514-4765-9EB3-3EC073085AD5}" dt="2025-10-09T17:13:05.133" v="326"/>
          <ac:spMkLst>
            <pc:docMk/>
            <pc:sldMk cId="2767601481" sldId="276"/>
            <ac:spMk id="7" creationId="{2DD9B4C1-0D9B-7A09-4C44-F8574D5B334D}"/>
          </ac:spMkLst>
        </pc:spChg>
        <pc:spChg chg="mod">
          <ac:chgData name="Upadhyaya, Pratheek Shankaranarayana" userId="d86132f3-b278-41c2-8c29-98b709d334a7" providerId="ADAL" clId="{42539C57-6514-4765-9EB3-3EC073085AD5}" dt="2025-10-09T17:13:10.791" v="327" actId="1076"/>
          <ac:spMkLst>
            <pc:docMk/>
            <pc:sldMk cId="2767601481" sldId="276"/>
            <ac:spMk id="8" creationId="{F01D55B4-B886-E722-7C7E-FB15466AB22E}"/>
          </ac:spMkLst>
        </pc:spChg>
        <pc:spChg chg="add mod">
          <ac:chgData name="Upadhyaya, Pratheek Shankaranarayana" userId="d86132f3-b278-41c2-8c29-98b709d334a7" providerId="ADAL" clId="{42539C57-6514-4765-9EB3-3EC073085AD5}" dt="2025-10-09T17:13:05.133" v="326"/>
          <ac:spMkLst>
            <pc:docMk/>
            <pc:sldMk cId="2767601481" sldId="276"/>
            <ac:spMk id="9" creationId="{7061D44E-6EC5-D605-7667-4BA2582B192C}"/>
          </ac:spMkLst>
        </pc:spChg>
        <pc:spChg chg="mod">
          <ac:chgData name="Upadhyaya, Pratheek Shankaranarayana" userId="d86132f3-b278-41c2-8c29-98b709d334a7" providerId="ADAL" clId="{42539C57-6514-4765-9EB3-3EC073085AD5}" dt="2025-10-09T17:13:13.431" v="330" actId="1076"/>
          <ac:spMkLst>
            <pc:docMk/>
            <pc:sldMk cId="2767601481" sldId="276"/>
            <ac:spMk id="11" creationId="{78D4D03F-DF58-1B3F-1712-0C1350BADAF1}"/>
          </ac:spMkLst>
        </pc:spChg>
        <pc:spChg chg="mod">
          <ac:chgData name="Upadhyaya, Pratheek Shankaranarayana" userId="d86132f3-b278-41c2-8c29-98b709d334a7" providerId="ADAL" clId="{42539C57-6514-4765-9EB3-3EC073085AD5}" dt="2025-10-09T17:13:36.410" v="337" actId="2711"/>
          <ac:spMkLst>
            <pc:docMk/>
            <pc:sldMk cId="2767601481" sldId="276"/>
            <ac:spMk id="12" creationId="{2D10067A-FCFA-A826-F403-900E555C87B1}"/>
          </ac:spMkLst>
        </pc:spChg>
        <pc:spChg chg="add mod">
          <ac:chgData name="Upadhyaya, Pratheek Shankaranarayana" userId="d86132f3-b278-41c2-8c29-98b709d334a7" providerId="ADAL" clId="{42539C57-6514-4765-9EB3-3EC073085AD5}" dt="2025-10-09T17:13:05.133" v="326"/>
          <ac:spMkLst>
            <pc:docMk/>
            <pc:sldMk cId="2767601481" sldId="276"/>
            <ac:spMk id="14" creationId="{2F8F4925-2FE3-F718-7E0E-DE320D0C131A}"/>
          </ac:spMkLst>
        </pc:spChg>
        <pc:picChg chg="mod">
          <ac:chgData name="Upadhyaya, Pratheek Shankaranarayana" userId="d86132f3-b278-41c2-8c29-98b709d334a7" providerId="ADAL" clId="{42539C57-6514-4765-9EB3-3EC073085AD5}" dt="2025-10-09T17:13:11.560" v="328" actId="1076"/>
          <ac:picMkLst>
            <pc:docMk/>
            <pc:sldMk cId="2767601481" sldId="276"/>
            <ac:picMk id="6" creationId="{5C7F372F-736C-5CE1-7840-53CAFAE95E0C}"/>
          </ac:picMkLst>
        </pc:picChg>
        <pc:picChg chg="mod">
          <ac:chgData name="Upadhyaya, Pratheek Shankaranarayana" userId="d86132f3-b278-41c2-8c29-98b709d334a7" providerId="ADAL" clId="{42539C57-6514-4765-9EB3-3EC073085AD5}" dt="2025-10-09T17:13:14.142" v="331" actId="1076"/>
          <ac:picMkLst>
            <pc:docMk/>
            <pc:sldMk cId="2767601481" sldId="276"/>
            <ac:picMk id="10" creationId="{679A7EDC-539B-006E-0F11-62AAD7BDAB6C}"/>
          </ac:picMkLst>
        </pc:picChg>
        <pc:picChg chg="add mod">
          <ac:chgData name="Upadhyaya, Pratheek Shankaranarayana" userId="d86132f3-b278-41c2-8c29-98b709d334a7" providerId="ADAL" clId="{42539C57-6514-4765-9EB3-3EC073085AD5}" dt="2025-10-09T17:13:05.133" v="326"/>
          <ac:picMkLst>
            <pc:docMk/>
            <pc:sldMk cId="2767601481" sldId="276"/>
            <ac:picMk id="13" creationId="{4B58C633-F4D1-9D7D-31AD-37D62D561AA3}"/>
          </ac:picMkLst>
        </pc:picChg>
      </pc:sldChg>
      <pc:sldChg chg="add del">
        <pc:chgData name="Upadhyaya, Pratheek Shankaranarayana" userId="d86132f3-b278-41c2-8c29-98b709d334a7" providerId="ADAL" clId="{42539C57-6514-4765-9EB3-3EC073085AD5}" dt="2025-10-09T17:13:17.272" v="335"/>
        <pc:sldMkLst>
          <pc:docMk/>
          <pc:sldMk cId="246520552" sldId="277"/>
        </pc:sldMkLst>
      </pc:sldChg>
      <pc:sldChg chg="addSp delSp modSp new mod">
        <pc:chgData name="Upadhyaya, Pratheek Shankaranarayana" userId="d86132f3-b278-41c2-8c29-98b709d334a7" providerId="ADAL" clId="{42539C57-6514-4765-9EB3-3EC073085AD5}" dt="2025-10-09T17:18:43.345" v="463" actId="14100"/>
        <pc:sldMkLst>
          <pc:docMk/>
          <pc:sldMk cId="2611848841" sldId="277"/>
        </pc:sldMkLst>
        <pc:spChg chg="mod">
          <ac:chgData name="Upadhyaya, Pratheek Shankaranarayana" userId="d86132f3-b278-41c2-8c29-98b709d334a7" providerId="ADAL" clId="{42539C57-6514-4765-9EB3-3EC073085AD5}" dt="2025-10-09T17:15:31.703" v="376" actId="1076"/>
          <ac:spMkLst>
            <pc:docMk/>
            <pc:sldMk cId="2611848841" sldId="277"/>
            <ac:spMk id="2" creationId="{4E3C1B8D-8C52-EA25-7A96-BFC2B718A545}"/>
          </ac:spMkLst>
        </pc:spChg>
        <pc:spChg chg="del">
          <ac:chgData name="Upadhyaya, Pratheek Shankaranarayana" userId="d86132f3-b278-41c2-8c29-98b709d334a7" providerId="ADAL" clId="{42539C57-6514-4765-9EB3-3EC073085AD5}" dt="2025-10-09T17:14:22.620" v="342" actId="478"/>
          <ac:spMkLst>
            <pc:docMk/>
            <pc:sldMk cId="2611848841" sldId="277"/>
            <ac:spMk id="3" creationId="{53605A7A-9FDB-F7B2-FADA-759BD685D961}"/>
          </ac:spMkLst>
        </pc:spChg>
        <pc:spChg chg="add mod">
          <ac:chgData name="Upadhyaya, Pratheek Shankaranarayana" userId="d86132f3-b278-41c2-8c29-98b709d334a7" providerId="ADAL" clId="{42539C57-6514-4765-9EB3-3EC073085AD5}" dt="2025-10-09T17:17:21.772" v="396" actId="20577"/>
          <ac:spMkLst>
            <pc:docMk/>
            <pc:sldMk cId="2611848841" sldId="277"/>
            <ac:spMk id="4" creationId="{04F11B8E-EEA7-8CB3-BC9D-6A602DA37FE5}"/>
          </ac:spMkLst>
        </pc:spChg>
        <pc:spChg chg="add mod">
          <ac:chgData name="Upadhyaya, Pratheek Shankaranarayana" userId="d86132f3-b278-41c2-8c29-98b709d334a7" providerId="ADAL" clId="{42539C57-6514-4765-9EB3-3EC073085AD5}" dt="2025-10-09T17:16:58.048" v="378" actId="1076"/>
          <ac:spMkLst>
            <pc:docMk/>
            <pc:sldMk cId="2611848841" sldId="277"/>
            <ac:spMk id="5" creationId="{E1823F04-AC71-7452-09FE-15867EB46DD8}"/>
          </ac:spMkLst>
        </pc:spChg>
        <pc:spChg chg="add mod">
          <ac:chgData name="Upadhyaya, Pratheek Shankaranarayana" userId="d86132f3-b278-41c2-8c29-98b709d334a7" providerId="ADAL" clId="{42539C57-6514-4765-9EB3-3EC073085AD5}" dt="2025-10-09T17:18:37.937" v="462" actId="1036"/>
          <ac:spMkLst>
            <pc:docMk/>
            <pc:sldMk cId="2611848841" sldId="277"/>
            <ac:spMk id="7" creationId="{73B04DE4-5D62-E58B-3120-8383DDB91B54}"/>
          </ac:spMkLst>
        </pc:spChg>
        <pc:spChg chg="add mod">
          <ac:chgData name="Upadhyaya, Pratheek Shankaranarayana" userId="d86132f3-b278-41c2-8c29-98b709d334a7" providerId="ADAL" clId="{42539C57-6514-4765-9EB3-3EC073085AD5}" dt="2025-10-09T17:18:43.345" v="463" actId="14100"/>
          <ac:spMkLst>
            <pc:docMk/>
            <pc:sldMk cId="2611848841" sldId="277"/>
            <ac:spMk id="8" creationId="{FE071C0E-4C18-1AAA-CF5D-17B17A5010F5}"/>
          </ac:spMkLst>
        </pc:spChg>
        <pc:picChg chg="add mod">
          <ac:chgData name="Upadhyaya, Pratheek Shankaranarayana" userId="d86132f3-b278-41c2-8c29-98b709d334a7" providerId="ADAL" clId="{42539C57-6514-4765-9EB3-3EC073085AD5}" dt="2025-10-09T17:18:37.937" v="462" actId="1036"/>
          <ac:picMkLst>
            <pc:docMk/>
            <pc:sldMk cId="2611848841" sldId="277"/>
            <ac:picMk id="6" creationId="{03FF1527-4ABB-8BDE-6A0A-A42A84682699}"/>
          </ac:picMkLst>
        </pc:picChg>
      </pc:sldChg>
      <pc:sldChg chg="addSp modSp new mod">
        <pc:chgData name="Upadhyaya, Pratheek Shankaranarayana" userId="d86132f3-b278-41c2-8c29-98b709d334a7" providerId="ADAL" clId="{42539C57-6514-4765-9EB3-3EC073085AD5}" dt="2025-10-09T18:24:43.920" v="938" actId="1076"/>
        <pc:sldMkLst>
          <pc:docMk/>
          <pc:sldMk cId="1478740144" sldId="278"/>
        </pc:sldMkLst>
        <pc:spChg chg="mod">
          <ac:chgData name="Upadhyaya, Pratheek Shankaranarayana" userId="d86132f3-b278-41c2-8c29-98b709d334a7" providerId="ADAL" clId="{42539C57-6514-4765-9EB3-3EC073085AD5}" dt="2025-10-09T18:14:16.202" v="870" actId="20577"/>
          <ac:spMkLst>
            <pc:docMk/>
            <pc:sldMk cId="1478740144" sldId="278"/>
            <ac:spMk id="2" creationId="{5CB1169A-3FC2-35E5-AF52-F902FD00C32E}"/>
          </ac:spMkLst>
        </pc:spChg>
        <pc:spChg chg="mod">
          <ac:chgData name="Upadhyaya, Pratheek Shankaranarayana" userId="d86132f3-b278-41c2-8c29-98b709d334a7" providerId="ADAL" clId="{42539C57-6514-4765-9EB3-3EC073085AD5}" dt="2025-10-09T18:10:09.718" v="800" actId="255"/>
          <ac:spMkLst>
            <pc:docMk/>
            <pc:sldMk cId="1478740144" sldId="278"/>
            <ac:spMk id="3" creationId="{3DA04EBA-4CEF-FCB3-A2A8-69355E480F68}"/>
          </ac:spMkLst>
        </pc:spChg>
        <pc:spChg chg="add mod">
          <ac:chgData name="Upadhyaya, Pratheek Shankaranarayana" userId="d86132f3-b278-41c2-8c29-98b709d334a7" providerId="ADAL" clId="{42539C57-6514-4765-9EB3-3EC073085AD5}" dt="2025-10-09T18:02:57.861" v="769" actId="1076"/>
          <ac:spMkLst>
            <pc:docMk/>
            <pc:sldMk cId="1478740144" sldId="278"/>
            <ac:spMk id="4" creationId="{2D9F88D9-A766-E119-EA4C-F53F176C82F6}"/>
          </ac:spMkLst>
        </pc:spChg>
        <pc:spChg chg="add mod">
          <ac:chgData name="Upadhyaya, Pratheek Shankaranarayana" userId="d86132f3-b278-41c2-8c29-98b709d334a7" providerId="ADAL" clId="{42539C57-6514-4765-9EB3-3EC073085AD5}" dt="2025-10-09T18:02:57.861" v="769" actId="1076"/>
          <ac:spMkLst>
            <pc:docMk/>
            <pc:sldMk cId="1478740144" sldId="278"/>
            <ac:spMk id="7" creationId="{A28AD962-86A4-6436-E5FB-682198D501B5}"/>
          </ac:spMkLst>
        </pc:spChg>
        <pc:spChg chg="add mod">
          <ac:chgData name="Upadhyaya, Pratheek Shankaranarayana" userId="d86132f3-b278-41c2-8c29-98b709d334a7" providerId="ADAL" clId="{42539C57-6514-4765-9EB3-3EC073085AD5}" dt="2025-10-09T18:24:43.920" v="938" actId="1076"/>
          <ac:spMkLst>
            <pc:docMk/>
            <pc:sldMk cId="1478740144" sldId="278"/>
            <ac:spMk id="10" creationId="{00C40BF3-5267-1009-081E-F8A24806A6D6}"/>
          </ac:spMkLst>
        </pc:spChg>
        <pc:picChg chg="add mod">
          <ac:chgData name="Upadhyaya, Pratheek Shankaranarayana" userId="d86132f3-b278-41c2-8c29-98b709d334a7" providerId="ADAL" clId="{42539C57-6514-4765-9EB3-3EC073085AD5}" dt="2025-10-09T18:02:57.861" v="769" actId="1076"/>
          <ac:picMkLst>
            <pc:docMk/>
            <pc:sldMk cId="1478740144" sldId="278"/>
            <ac:picMk id="6" creationId="{703B38AB-C67A-746F-9E4C-BA1DFFEAB656}"/>
          </ac:picMkLst>
        </pc:picChg>
        <pc:picChg chg="add mod">
          <ac:chgData name="Upadhyaya, Pratheek Shankaranarayana" userId="d86132f3-b278-41c2-8c29-98b709d334a7" providerId="ADAL" clId="{42539C57-6514-4765-9EB3-3EC073085AD5}" dt="2025-10-09T18:02:53.937" v="768" actId="1076"/>
          <ac:picMkLst>
            <pc:docMk/>
            <pc:sldMk cId="1478740144" sldId="278"/>
            <ac:picMk id="9" creationId="{409192CE-C04C-C2EA-61A4-87ED8F5C2725}"/>
          </ac:picMkLst>
        </pc:picChg>
      </pc:sldChg>
      <pc:sldChg chg="addSp delSp modSp add mod">
        <pc:chgData name="Upadhyaya, Pratheek Shankaranarayana" userId="d86132f3-b278-41c2-8c29-98b709d334a7" providerId="ADAL" clId="{42539C57-6514-4765-9EB3-3EC073085AD5}" dt="2025-10-09T18:42:37.886" v="1056"/>
        <pc:sldMkLst>
          <pc:docMk/>
          <pc:sldMk cId="246520552" sldId="279"/>
        </pc:sldMkLst>
        <pc:spChg chg="mod">
          <ac:chgData name="Upadhyaya, Pratheek Shankaranarayana" userId="d86132f3-b278-41c2-8c29-98b709d334a7" providerId="ADAL" clId="{42539C57-6514-4765-9EB3-3EC073085AD5}" dt="2025-10-09T17:21:49.830" v="467" actId="2711"/>
          <ac:spMkLst>
            <pc:docMk/>
            <pc:sldMk cId="246520552" sldId="279"/>
            <ac:spMk id="2" creationId="{904867B7-C1F8-BFC1-DC24-10DAF97B7AD9}"/>
          </ac:spMkLst>
        </pc:spChg>
        <pc:spChg chg="del">
          <ac:chgData name="Upadhyaya, Pratheek Shankaranarayana" userId="d86132f3-b278-41c2-8c29-98b709d334a7" providerId="ADAL" clId="{42539C57-6514-4765-9EB3-3EC073085AD5}" dt="2025-10-09T17:21:41.262" v="466" actId="478"/>
          <ac:spMkLst>
            <pc:docMk/>
            <pc:sldMk cId="246520552" sldId="279"/>
            <ac:spMk id="5" creationId="{ADCFD4B5-F91B-A740-12E0-EE5F6A112B89}"/>
          </ac:spMkLst>
        </pc:spChg>
        <pc:spChg chg="mod">
          <ac:chgData name="Upadhyaya, Pratheek Shankaranarayana" userId="d86132f3-b278-41c2-8c29-98b709d334a7" providerId="ADAL" clId="{42539C57-6514-4765-9EB3-3EC073085AD5}" dt="2025-10-09T17:27:03.169" v="488" actId="2711"/>
          <ac:spMkLst>
            <pc:docMk/>
            <pc:sldMk cId="246520552" sldId="279"/>
            <ac:spMk id="10" creationId="{EA269FCD-DE18-8F10-54EB-1C8FFC42E222}"/>
          </ac:spMkLst>
        </pc:spChg>
        <pc:spChg chg="mod">
          <ac:chgData name="Upadhyaya, Pratheek Shankaranarayana" userId="d86132f3-b278-41c2-8c29-98b709d334a7" providerId="ADAL" clId="{42539C57-6514-4765-9EB3-3EC073085AD5}" dt="2025-10-09T17:27:13.291" v="490" actId="2711"/>
          <ac:spMkLst>
            <pc:docMk/>
            <pc:sldMk cId="246520552" sldId="279"/>
            <ac:spMk id="11" creationId="{CC796A08-B43C-1962-BF8F-9EC3502D1B4D}"/>
          </ac:spMkLst>
        </pc:spChg>
        <pc:spChg chg="add mod">
          <ac:chgData name="Upadhyaya, Pratheek Shankaranarayana" userId="d86132f3-b278-41c2-8c29-98b709d334a7" providerId="ADAL" clId="{42539C57-6514-4765-9EB3-3EC073085AD5}" dt="2025-10-09T17:28:18.761" v="580" actId="20577"/>
          <ac:spMkLst>
            <pc:docMk/>
            <pc:sldMk cId="246520552" sldId="279"/>
            <ac:spMk id="13" creationId="{A721AAF6-44BC-1828-83DC-3DA5F5D0D013}"/>
          </ac:spMkLst>
        </pc:spChg>
        <pc:spChg chg="mod ord">
          <ac:chgData name="Upadhyaya, Pratheek Shankaranarayana" userId="d86132f3-b278-41c2-8c29-98b709d334a7" providerId="ADAL" clId="{42539C57-6514-4765-9EB3-3EC073085AD5}" dt="2025-10-09T17:26:00.445" v="475" actId="1076"/>
          <ac:spMkLst>
            <pc:docMk/>
            <pc:sldMk cId="246520552" sldId="279"/>
            <ac:spMk id="15" creationId="{9CEBCE8F-9312-8775-BE52-A85BEE76A4B1}"/>
          </ac:spMkLst>
        </pc:spChg>
        <pc:picChg chg="add mod">
          <ac:chgData name="Upadhyaya, Pratheek Shankaranarayana" userId="d86132f3-b278-41c2-8c29-98b709d334a7" providerId="ADAL" clId="{42539C57-6514-4765-9EB3-3EC073085AD5}" dt="2025-10-09T17:26:00.445" v="475" actId="1076"/>
          <ac:picMkLst>
            <pc:docMk/>
            <pc:sldMk cId="246520552" sldId="279"/>
            <ac:picMk id="4" creationId="{10A4B2BE-FC89-81F5-C94B-FD3B310F9DF9}"/>
          </ac:picMkLst>
        </pc:picChg>
        <pc:picChg chg="add del">
          <ac:chgData name="Upadhyaya, Pratheek Shankaranarayana" userId="d86132f3-b278-41c2-8c29-98b709d334a7" providerId="ADAL" clId="{42539C57-6514-4765-9EB3-3EC073085AD5}" dt="2025-10-09T17:26:39.731" v="481" actId="22"/>
          <ac:picMkLst>
            <pc:docMk/>
            <pc:sldMk cId="246520552" sldId="279"/>
            <ac:picMk id="7" creationId="{D6E3D64A-A29A-CA0B-851A-4CBA713734F1}"/>
          </ac:picMkLst>
        </pc:picChg>
        <pc:picChg chg="del mod">
          <ac:chgData name="Upadhyaya, Pratheek Shankaranarayana" userId="d86132f3-b278-41c2-8c29-98b709d334a7" providerId="ADAL" clId="{42539C57-6514-4765-9EB3-3EC073085AD5}" dt="2025-10-09T17:25:26.121" v="471" actId="478"/>
          <ac:picMkLst>
            <pc:docMk/>
            <pc:sldMk cId="246520552" sldId="279"/>
            <ac:picMk id="8" creationId="{A6B9A129-F482-AA6F-A90B-E7A117DA0C86}"/>
          </ac:picMkLst>
        </pc:picChg>
        <pc:picChg chg="add mod">
          <ac:chgData name="Upadhyaya, Pratheek Shankaranarayana" userId="d86132f3-b278-41c2-8c29-98b709d334a7" providerId="ADAL" clId="{42539C57-6514-4765-9EB3-3EC073085AD5}" dt="2025-10-09T17:26:54.645" v="486" actId="14100"/>
          <ac:picMkLst>
            <pc:docMk/>
            <pc:sldMk cId="246520552" sldId="279"/>
            <ac:picMk id="12" creationId="{0EEB13FF-236C-9212-5CC6-EE35667FE488}"/>
          </ac:picMkLst>
        </pc:picChg>
        <pc:picChg chg="add del mod">
          <ac:chgData name="Upadhyaya, Pratheek Shankaranarayana" userId="d86132f3-b278-41c2-8c29-98b709d334a7" providerId="ADAL" clId="{42539C57-6514-4765-9EB3-3EC073085AD5}" dt="2025-10-09T17:26:46.882" v="483" actId="478"/>
          <ac:picMkLst>
            <pc:docMk/>
            <pc:sldMk cId="246520552" sldId="279"/>
            <ac:picMk id="14" creationId="{4D7A6823-DD8E-8DC0-7602-4E0766D8939F}"/>
          </ac:picMkLst>
        </pc:picChg>
        <pc:picChg chg="add mod">
          <ac:chgData name="Upadhyaya, Pratheek Shankaranarayana" userId="d86132f3-b278-41c2-8c29-98b709d334a7" providerId="ADAL" clId="{42539C57-6514-4765-9EB3-3EC073085AD5}" dt="2025-10-09T18:42:37.886" v="1056"/>
          <ac:picMkLst>
            <pc:docMk/>
            <pc:sldMk cId="246520552" sldId="279"/>
            <ac:picMk id="16" creationId="{03DAD1FC-6A49-99E2-940C-9DEEB6CB0FBA}"/>
          </ac:picMkLst>
        </pc:picChg>
      </pc:sldChg>
      <pc:sldChg chg="delSp modSp add mod modShow">
        <pc:chgData name="Upadhyaya, Pratheek Shankaranarayana" userId="d86132f3-b278-41c2-8c29-98b709d334a7" providerId="ADAL" clId="{42539C57-6514-4765-9EB3-3EC073085AD5}" dt="2025-10-09T18:38:48.102" v="1055" actId="207"/>
        <pc:sldMkLst>
          <pc:docMk/>
          <pc:sldMk cId="451868555" sldId="280"/>
        </pc:sldMkLst>
        <pc:spChg chg="mod">
          <ac:chgData name="Upadhyaya, Pratheek Shankaranarayana" userId="d86132f3-b278-41c2-8c29-98b709d334a7" providerId="ADAL" clId="{42539C57-6514-4765-9EB3-3EC073085AD5}" dt="2025-10-09T18:38:48.102" v="1055" actId="207"/>
          <ac:spMkLst>
            <pc:docMk/>
            <pc:sldMk cId="451868555" sldId="280"/>
            <ac:spMk id="2" creationId="{9276787A-7538-738F-4036-B40CC3782716}"/>
          </ac:spMkLst>
        </pc:spChg>
        <pc:spChg chg="mod">
          <ac:chgData name="Upadhyaya, Pratheek Shankaranarayana" userId="d86132f3-b278-41c2-8c29-98b709d334a7" providerId="ADAL" clId="{42539C57-6514-4765-9EB3-3EC073085AD5}" dt="2025-10-09T18:31:37.976" v="1028" actId="27636"/>
          <ac:spMkLst>
            <pc:docMk/>
            <pc:sldMk cId="451868555" sldId="280"/>
            <ac:spMk id="3" creationId="{835FA3CE-0953-E9A5-BD10-E30E3355F3E4}"/>
          </ac:spMkLst>
        </pc:spChg>
        <pc:spChg chg="mod">
          <ac:chgData name="Upadhyaya, Pratheek Shankaranarayana" userId="d86132f3-b278-41c2-8c29-98b709d334a7" providerId="ADAL" clId="{42539C57-6514-4765-9EB3-3EC073085AD5}" dt="2025-10-09T18:31:48.277" v="1029" actId="1076"/>
          <ac:spMkLst>
            <pc:docMk/>
            <pc:sldMk cId="451868555" sldId="280"/>
            <ac:spMk id="4" creationId="{E8F12AD2-B77A-7149-05BE-CE2253A97E32}"/>
          </ac:spMkLst>
        </pc:spChg>
        <pc:spChg chg="mod">
          <ac:chgData name="Upadhyaya, Pratheek Shankaranarayana" userId="d86132f3-b278-41c2-8c29-98b709d334a7" providerId="ADAL" clId="{42539C57-6514-4765-9EB3-3EC073085AD5}" dt="2025-10-09T18:31:55.138" v="1031" actId="20577"/>
          <ac:spMkLst>
            <pc:docMk/>
            <pc:sldMk cId="451868555" sldId="280"/>
            <ac:spMk id="7" creationId="{873C37F5-B1DE-F6E9-31BD-DDCBD39B5223}"/>
          </ac:spMkLst>
        </pc:spChg>
        <pc:spChg chg="del mod">
          <ac:chgData name="Upadhyaya, Pratheek Shankaranarayana" userId="d86132f3-b278-41c2-8c29-98b709d334a7" providerId="ADAL" clId="{42539C57-6514-4765-9EB3-3EC073085AD5}" dt="2025-10-09T18:35:20.950" v="1033" actId="478"/>
          <ac:spMkLst>
            <pc:docMk/>
            <pc:sldMk cId="451868555" sldId="280"/>
            <ac:spMk id="10" creationId="{85207641-3EEB-5D35-42DC-E68325BDA3B1}"/>
          </ac:spMkLst>
        </pc:spChg>
        <pc:picChg chg="mod">
          <ac:chgData name="Upadhyaya, Pratheek Shankaranarayana" userId="d86132f3-b278-41c2-8c29-98b709d334a7" providerId="ADAL" clId="{42539C57-6514-4765-9EB3-3EC073085AD5}" dt="2025-10-09T18:26:13.046" v="956" actId="1036"/>
          <ac:picMkLst>
            <pc:docMk/>
            <pc:sldMk cId="451868555" sldId="280"/>
            <ac:picMk id="6" creationId="{89EF6AC4-98D8-4365-7963-7A4D8D67FF5F}"/>
          </ac:picMkLst>
        </pc:picChg>
        <pc:picChg chg="del mod">
          <ac:chgData name="Upadhyaya, Pratheek Shankaranarayana" userId="d86132f3-b278-41c2-8c29-98b709d334a7" providerId="ADAL" clId="{42539C57-6514-4765-9EB3-3EC073085AD5}" dt="2025-10-09T18:32:00.384" v="1032" actId="478"/>
          <ac:picMkLst>
            <pc:docMk/>
            <pc:sldMk cId="451868555" sldId="280"/>
            <ac:picMk id="9" creationId="{6A28BCE5-DD2F-BBFF-C0BD-9FCF5FB9D904}"/>
          </ac:picMkLst>
        </pc:picChg>
      </pc:sldChg>
      <pc:sldChg chg="addSp delSp modSp new mod setBg">
        <pc:chgData name="Upadhyaya, Pratheek Shankaranarayana" userId="d86132f3-b278-41c2-8c29-98b709d334a7" providerId="ADAL" clId="{42539C57-6514-4765-9EB3-3EC073085AD5}" dt="2025-10-09T18:43:08.250" v="1080" actId="26606"/>
        <pc:sldMkLst>
          <pc:docMk/>
          <pc:sldMk cId="2032367388" sldId="281"/>
        </pc:sldMkLst>
        <pc:spChg chg="mod">
          <ac:chgData name="Upadhyaya, Pratheek Shankaranarayana" userId="d86132f3-b278-41c2-8c29-98b709d334a7" providerId="ADAL" clId="{42539C57-6514-4765-9EB3-3EC073085AD5}" dt="2025-10-09T18:43:08.250" v="1080" actId="26606"/>
          <ac:spMkLst>
            <pc:docMk/>
            <pc:sldMk cId="2032367388" sldId="281"/>
            <ac:spMk id="2" creationId="{F8B5A176-D134-9DC1-A165-B89FDEA0FA9E}"/>
          </ac:spMkLst>
        </pc:spChg>
        <pc:spChg chg="del">
          <ac:chgData name="Upadhyaya, Pratheek Shankaranarayana" userId="d86132f3-b278-41c2-8c29-98b709d334a7" providerId="ADAL" clId="{42539C57-6514-4765-9EB3-3EC073085AD5}" dt="2025-10-09T18:43:05.170" v="1079" actId="478"/>
          <ac:spMkLst>
            <pc:docMk/>
            <pc:sldMk cId="2032367388" sldId="281"/>
            <ac:spMk id="3" creationId="{4EF20869-E381-AF17-12B3-DEF18159F80D}"/>
          </ac:spMkLst>
        </pc:spChg>
        <pc:spChg chg="add">
          <ac:chgData name="Upadhyaya, Pratheek Shankaranarayana" userId="d86132f3-b278-41c2-8c29-98b709d334a7" providerId="ADAL" clId="{42539C57-6514-4765-9EB3-3EC073085AD5}" dt="2025-10-09T18:43:08.250" v="1080" actId="26606"/>
          <ac:spMkLst>
            <pc:docMk/>
            <pc:sldMk cId="2032367388" sldId="281"/>
            <ac:spMk id="9" creationId="{D4771268-CB57-404A-9271-370EB28F6090}"/>
          </ac:spMkLst>
        </pc:spChg>
        <pc:picChg chg="add mod">
          <ac:chgData name="Upadhyaya, Pratheek Shankaranarayana" userId="d86132f3-b278-41c2-8c29-98b709d334a7" providerId="ADAL" clId="{42539C57-6514-4765-9EB3-3EC073085AD5}" dt="2025-10-09T18:43:08.250" v="1080" actId="26606"/>
          <ac:picMkLst>
            <pc:docMk/>
            <pc:sldMk cId="2032367388" sldId="281"/>
            <ac:picMk id="4" creationId="{DF20EC97-CA84-A5A1-477B-951E315C730D}"/>
          </ac:picMkLst>
        </pc:picChg>
      </pc:sldChg>
      <pc:sldMasterChg chg="del delSldLayout">
        <pc:chgData name="Upadhyaya, Pratheek Shankaranarayana" userId="d86132f3-b278-41c2-8c29-98b709d334a7" providerId="ADAL" clId="{42539C57-6514-4765-9EB3-3EC073085AD5}" dt="2025-10-09T16:16:52.247" v="66" actId="47"/>
        <pc:sldMasterMkLst>
          <pc:docMk/>
          <pc:sldMasterMk cId="3803106095" sldId="2147483648"/>
        </pc:sldMasterMkLst>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4196876415" sldId="2147483649"/>
          </pc:sldLayoutMkLst>
        </pc:sldLayoutChg>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3401712732" sldId="2147483650"/>
          </pc:sldLayoutMkLst>
        </pc:sldLayoutChg>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3203850717" sldId="2147483651"/>
          </pc:sldLayoutMkLst>
        </pc:sldLayoutChg>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3611920136" sldId="2147483652"/>
          </pc:sldLayoutMkLst>
        </pc:sldLayoutChg>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2385398796" sldId="2147483653"/>
          </pc:sldLayoutMkLst>
        </pc:sldLayoutChg>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4097527871" sldId="2147483654"/>
          </pc:sldLayoutMkLst>
        </pc:sldLayoutChg>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319212923" sldId="2147483655"/>
          </pc:sldLayoutMkLst>
        </pc:sldLayoutChg>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193881853" sldId="2147483656"/>
          </pc:sldLayoutMkLst>
        </pc:sldLayoutChg>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1656560101" sldId="2147483657"/>
          </pc:sldLayoutMkLst>
        </pc:sldLayoutChg>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418645845" sldId="2147483658"/>
          </pc:sldLayoutMkLst>
        </pc:sldLayoutChg>
        <pc:sldLayoutChg chg="del">
          <pc:chgData name="Upadhyaya, Pratheek Shankaranarayana" userId="d86132f3-b278-41c2-8c29-98b709d334a7" providerId="ADAL" clId="{42539C57-6514-4765-9EB3-3EC073085AD5}" dt="2025-10-09T16:16:52.247" v="66" actId="47"/>
          <pc:sldLayoutMkLst>
            <pc:docMk/>
            <pc:sldMasterMk cId="3803106095" sldId="2147483648"/>
            <pc:sldLayoutMk cId="3250501137"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4661F-5338-7588-184D-84E07D1DC6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4479E1-5C33-87C2-7CB7-7B26874376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1EEF21-B36E-0F0A-E373-0935078D7605}"/>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5" name="Footer Placeholder 4">
            <a:extLst>
              <a:ext uri="{FF2B5EF4-FFF2-40B4-BE49-F238E27FC236}">
                <a16:creationId xmlns:a16="http://schemas.microsoft.com/office/drawing/2014/main" id="{93FBAF17-09BA-DC52-3D62-77F0D9A026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07BE35-EAD9-C0F9-98A3-F999E5572E77}"/>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1596046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0EA30-974C-E990-00A0-226ABE2B84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1A4928-1EAD-A16C-7DAB-C5DB2431CB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C1DC3A-3C1C-A520-0F42-3BE9F43F991E}"/>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5" name="Footer Placeholder 4">
            <a:extLst>
              <a:ext uri="{FF2B5EF4-FFF2-40B4-BE49-F238E27FC236}">
                <a16:creationId xmlns:a16="http://schemas.microsoft.com/office/drawing/2014/main" id="{FAC2A8AD-F207-5035-A4F7-2C10154A20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B7F4C1-FB5A-CBF4-2EEC-FC529AE126CB}"/>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3908040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A47A5-513C-A46B-0A5D-54A3698AA5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E60464-B049-52AD-022E-4AFA815A8E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644C3A-6CAB-D15C-4B8E-4F56AA4A0DFC}"/>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5" name="Footer Placeholder 4">
            <a:extLst>
              <a:ext uri="{FF2B5EF4-FFF2-40B4-BE49-F238E27FC236}">
                <a16:creationId xmlns:a16="http://schemas.microsoft.com/office/drawing/2014/main" id="{19EE5FD2-7A9A-FB2F-6A43-55F56E9B7B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9F41D-4A93-F8D4-195E-8E95D0C8E6FC}"/>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894644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57F44-F380-EDBD-2E23-DF76884BE1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95DE74-66B6-80E9-6327-6754621300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14C8D7-CE61-8BF9-80B2-97D1088748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7031B3-E159-040A-D0FD-A75E1AE4A229}"/>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6" name="Footer Placeholder 5">
            <a:extLst>
              <a:ext uri="{FF2B5EF4-FFF2-40B4-BE49-F238E27FC236}">
                <a16:creationId xmlns:a16="http://schemas.microsoft.com/office/drawing/2014/main" id="{9A52CDBA-91B7-C608-1B42-9508F2E288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7DCEE2-E753-4EE4-AC40-427C35B21242}"/>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985347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E394E-ACEC-A0D8-B0B0-8CF7E6D567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54449D-02CA-C35C-2443-5E24FC2C5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FCE5E2-F1FF-4693-EED1-5AC499F626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AFE5FE-F30B-222C-AAB0-3D15F78AB8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B3882A-FA44-B5EF-DBBF-4690423034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67F45C-CFC5-3685-8BB5-C54ADFF0C7BF}"/>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8" name="Footer Placeholder 7">
            <a:extLst>
              <a:ext uri="{FF2B5EF4-FFF2-40B4-BE49-F238E27FC236}">
                <a16:creationId xmlns:a16="http://schemas.microsoft.com/office/drawing/2014/main" id="{CFE9DC70-E759-2544-8E50-919D5381B1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C22168-CB0E-20DF-D172-32292BB5401E}"/>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1923546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70CEE-1F21-BC70-36D1-B117FC26F2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CD61A9-0738-01AA-35A4-04DF437F200B}"/>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4" name="Footer Placeholder 3">
            <a:extLst>
              <a:ext uri="{FF2B5EF4-FFF2-40B4-BE49-F238E27FC236}">
                <a16:creationId xmlns:a16="http://schemas.microsoft.com/office/drawing/2014/main" id="{37C7DDBA-1010-90EA-57BB-E9DE57AF19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36BD41-F5F4-6A7C-10B7-E7AA416EC588}"/>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1428755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21F11A-4A33-E4F9-5469-EEF81F65E2BC}"/>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3" name="Footer Placeholder 2">
            <a:extLst>
              <a:ext uri="{FF2B5EF4-FFF2-40B4-BE49-F238E27FC236}">
                <a16:creationId xmlns:a16="http://schemas.microsoft.com/office/drawing/2014/main" id="{15BB7AC5-0B4C-B837-EC61-391223457D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5FD8CA-353C-BCD8-9170-0E9C8B7CFD2F}"/>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1093677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87AC-E948-9037-0C79-7ADEF40EF2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E72DBD-1CCC-0678-0010-E8EC22605B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4F5283-A14B-CC82-D9B1-0C9B35C27D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4039A8-C6AE-030F-B957-FB07DAA26B94}"/>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6" name="Footer Placeholder 5">
            <a:extLst>
              <a:ext uri="{FF2B5EF4-FFF2-40B4-BE49-F238E27FC236}">
                <a16:creationId xmlns:a16="http://schemas.microsoft.com/office/drawing/2014/main" id="{75913F82-5F04-238C-C7D2-E130FBCC6A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26C90F-94C3-9136-2BB3-80196A5DBB7C}"/>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703758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D377A-5D86-A899-BB4D-C15365742A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4ACF70-E8DD-3EE8-6511-4D82957FF9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E5428E-80E9-FD61-10F2-7560789E31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FDCA6B-9F67-044C-5457-9281E6D7E812}"/>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6" name="Footer Placeholder 5">
            <a:extLst>
              <a:ext uri="{FF2B5EF4-FFF2-40B4-BE49-F238E27FC236}">
                <a16:creationId xmlns:a16="http://schemas.microsoft.com/office/drawing/2014/main" id="{47EADC93-7027-6754-E84B-5D8144C20B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B5EDF-4E4D-250A-BC32-F4816D5F765B}"/>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1692068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18AC3-03D3-4ADA-5334-0A63CCF3EA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21BEB0E-D4B4-4FC9-4B47-9B12A822B5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38960E-B267-76FA-BE12-C6C13096922D}"/>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5" name="Footer Placeholder 4">
            <a:extLst>
              <a:ext uri="{FF2B5EF4-FFF2-40B4-BE49-F238E27FC236}">
                <a16:creationId xmlns:a16="http://schemas.microsoft.com/office/drawing/2014/main" id="{87E00DEC-FFF7-D0E7-0BA1-FE8F7D7CB9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C53648-F5E4-0595-FAF6-67C0985BF944}"/>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1037687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F9F8CA-32D2-B582-D86F-CE803D8A62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A67ADA-31B5-6278-93E1-AB5FDB3118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D77602-E077-C237-CBA0-9CAB4D55FCA5}"/>
              </a:ext>
            </a:extLst>
          </p:cNvPr>
          <p:cNvSpPr>
            <a:spLocks noGrp="1"/>
          </p:cNvSpPr>
          <p:nvPr>
            <p:ph type="dt" sz="half" idx="10"/>
          </p:nvPr>
        </p:nvSpPr>
        <p:spPr/>
        <p:txBody>
          <a:bodyPr/>
          <a:lstStyle/>
          <a:p>
            <a:fld id="{1C36D2E1-A075-4744-8FC2-314106070B00}" type="datetimeFigureOut">
              <a:rPr lang="en-US" smtClean="0"/>
              <a:t>10/7/2025</a:t>
            </a:fld>
            <a:endParaRPr lang="en-US"/>
          </a:p>
        </p:txBody>
      </p:sp>
      <p:sp>
        <p:nvSpPr>
          <p:cNvPr id="5" name="Footer Placeholder 4">
            <a:extLst>
              <a:ext uri="{FF2B5EF4-FFF2-40B4-BE49-F238E27FC236}">
                <a16:creationId xmlns:a16="http://schemas.microsoft.com/office/drawing/2014/main" id="{94218DCF-01BD-D1FD-1C2C-D478822662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4216C2-1910-DF49-7E5B-22912A303B83}"/>
              </a:ext>
            </a:extLst>
          </p:cNvPr>
          <p:cNvSpPr>
            <a:spLocks noGrp="1"/>
          </p:cNvSpPr>
          <p:nvPr>
            <p:ph type="sldNum" sz="quarter" idx="12"/>
          </p:nvPr>
        </p:nvSpPr>
        <p:spPr/>
        <p:txBody>
          <a:bodyPr/>
          <a:lstStyle/>
          <a:p>
            <a:fld id="{32A28254-D709-4C3D-8FB0-93D86BBB4C35}" type="slidenum">
              <a:rPr lang="en-US" smtClean="0"/>
              <a:t>‹#›</a:t>
            </a:fld>
            <a:endParaRPr lang="en-US"/>
          </a:p>
        </p:txBody>
      </p:sp>
    </p:spTree>
    <p:extLst>
      <p:ext uri="{BB962C8B-B14F-4D97-AF65-F5344CB8AC3E}">
        <p14:creationId xmlns:p14="http://schemas.microsoft.com/office/powerpoint/2010/main" val="1986013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0AC2A2-4310-AED0-659A-90EF2F68F9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9D7512-5D47-EC65-F2C7-4286BB7F3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AE6E17-6B2A-0D57-AAEE-C5FCB78F5B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36D2E1-A075-4744-8FC2-314106070B00}" type="datetimeFigureOut">
              <a:rPr lang="en-US" smtClean="0"/>
              <a:t>10/7/2025</a:t>
            </a:fld>
            <a:endParaRPr lang="en-US"/>
          </a:p>
        </p:txBody>
      </p:sp>
      <p:sp>
        <p:nvSpPr>
          <p:cNvPr id="5" name="Footer Placeholder 4">
            <a:extLst>
              <a:ext uri="{FF2B5EF4-FFF2-40B4-BE49-F238E27FC236}">
                <a16:creationId xmlns:a16="http://schemas.microsoft.com/office/drawing/2014/main" id="{32FEC054-A6C0-18C0-70BD-C2520A19DE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4B2524-F010-B761-3DD5-6CB0F74262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A28254-D709-4C3D-8FB0-93D86BBB4C35}" type="slidenum">
              <a:rPr lang="en-US" smtClean="0"/>
              <a:t>‹#›</a:t>
            </a:fld>
            <a:endParaRPr lang="en-US"/>
          </a:p>
        </p:txBody>
      </p:sp>
    </p:spTree>
    <p:extLst>
      <p:ext uri="{BB962C8B-B14F-4D97-AF65-F5344CB8AC3E}">
        <p14:creationId xmlns:p14="http://schemas.microsoft.com/office/powerpoint/2010/main" val="933489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43E3DBC-01E7-DFF0-FC2E-0724DD5A1DD9}"/>
              </a:ext>
            </a:extLst>
          </p:cNvPr>
          <p:cNvSpPr>
            <a:spLocks noGrp="1"/>
          </p:cNvSpPr>
          <p:nvPr>
            <p:ph type="ctrTitle"/>
          </p:nvPr>
        </p:nvSpPr>
        <p:spPr>
          <a:xfrm>
            <a:off x="838200" y="451381"/>
            <a:ext cx="10512552" cy="4066540"/>
          </a:xfrm>
        </p:spPr>
        <p:txBody>
          <a:bodyPr anchor="b">
            <a:normAutofit/>
          </a:bodyPr>
          <a:lstStyle/>
          <a:p>
            <a:pPr algn="l"/>
            <a:r>
              <a:rPr lang="en-US" sz="6600" dirty="0">
                <a:latin typeface="Abadi" panose="020B0604020104020204" pitchFamily="34" charset="0"/>
              </a:rPr>
              <a:t>FlexRIC: Installation and Execution</a:t>
            </a:r>
          </a:p>
        </p:txBody>
      </p:sp>
      <p:sp>
        <p:nvSpPr>
          <p:cNvPr id="3" name="Subtitle 2">
            <a:extLst>
              <a:ext uri="{FF2B5EF4-FFF2-40B4-BE49-F238E27FC236}">
                <a16:creationId xmlns:a16="http://schemas.microsoft.com/office/drawing/2014/main" id="{6239131B-58DF-2899-9F19-32DE54238460}"/>
              </a:ext>
            </a:extLst>
          </p:cNvPr>
          <p:cNvSpPr>
            <a:spLocks noGrp="1"/>
          </p:cNvSpPr>
          <p:nvPr>
            <p:ph type="subTitle" idx="1"/>
          </p:nvPr>
        </p:nvSpPr>
        <p:spPr>
          <a:xfrm>
            <a:off x="838199" y="4983276"/>
            <a:ext cx="10512552" cy="1126680"/>
          </a:xfrm>
        </p:spPr>
        <p:txBody>
          <a:bodyPr>
            <a:normAutofit/>
          </a:bodyPr>
          <a:lstStyle/>
          <a:p>
            <a:pPr algn="l"/>
            <a:r>
              <a:rPr lang="en-US" dirty="0">
                <a:latin typeface="Abadi" panose="020B0604020104020204" pitchFamily="34" charset="0"/>
              </a:rPr>
              <a:t>ECE 5984: 5G-Advanced, O-RAN &amp; 6G </a:t>
            </a:r>
          </a:p>
          <a:p>
            <a:pPr algn="l"/>
            <a:r>
              <a:rPr lang="en-US" dirty="0">
                <a:latin typeface="Abadi" panose="020B0604020104020204" pitchFamily="34" charset="0"/>
              </a:rPr>
              <a:t>Virginia Tech</a:t>
            </a:r>
          </a:p>
          <a:p>
            <a:pPr algn="l"/>
            <a:endParaRPr lang="en-US" dirty="0"/>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7255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FDFEE-5084-85D6-931D-2690452A08D9}"/>
              </a:ext>
            </a:extLst>
          </p:cNvPr>
          <p:cNvSpPr>
            <a:spLocks noGrp="1"/>
          </p:cNvSpPr>
          <p:nvPr>
            <p:ph type="title"/>
          </p:nvPr>
        </p:nvSpPr>
        <p:spPr>
          <a:xfrm>
            <a:off x="252984" y="40564"/>
            <a:ext cx="10058400" cy="988587"/>
          </a:xfrm>
        </p:spPr>
        <p:txBody>
          <a:bodyPr/>
          <a:lstStyle/>
          <a:p>
            <a:r>
              <a:rPr lang="en-US" dirty="0">
                <a:latin typeface="Abadi" panose="020B0604020104020204" pitchFamily="34" charset="0"/>
              </a:rPr>
              <a:t>Install FlexRIC Dependencies</a:t>
            </a:r>
          </a:p>
        </p:txBody>
      </p:sp>
      <p:sp>
        <p:nvSpPr>
          <p:cNvPr id="3" name="Content Placeholder 2">
            <a:extLst>
              <a:ext uri="{FF2B5EF4-FFF2-40B4-BE49-F238E27FC236}">
                <a16:creationId xmlns:a16="http://schemas.microsoft.com/office/drawing/2014/main" id="{1ECA9868-CC85-5BA0-3C97-B0714BB7ECC6}"/>
              </a:ext>
            </a:extLst>
          </p:cNvPr>
          <p:cNvSpPr>
            <a:spLocks noGrp="1"/>
          </p:cNvSpPr>
          <p:nvPr>
            <p:ph idx="1"/>
          </p:nvPr>
        </p:nvSpPr>
        <p:spPr>
          <a:xfrm>
            <a:off x="371856" y="1246627"/>
            <a:ext cx="10058400" cy="926979"/>
          </a:xfrm>
        </p:spPr>
        <p:txBody>
          <a:bodyPr>
            <a:normAutofit/>
          </a:bodyPr>
          <a:lstStyle/>
          <a:p>
            <a:r>
              <a:rPr lang="en-US" sz="2200" dirty="0">
                <a:latin typeface="Abadi" panose="020B0604020104020204" pitchFamily="34" charset="0"/>
              </a:rPr>
              <a:t>Open a Terminal</a:t>
            </a:r>
          </a:p>
          <a:p>
            <a:r>
              <a:rPr lang="en-US" sz="2200" dirty="0">
                <a:latin typeface="Abadi" panose="020B0604020104020204" pitchFamily="34" charset="0"/>
              </a:rPr>
              <a:t>Install swig 4.1</a:t>
            </a:r>
          </a:p>
          <a:p>
            <a:endParaRPr lang="en-US" sz="2200" i="1" dirty="0">
              <a:ea typeface="Cascadia Code" panose="020B0609020000020004" pitchFamily="49" charset="0"/>
              <a:cs typeface="Cascadia Code" panose="020B0609020000020004" pitchFamily="49" charset="0"/>
            </a:endParaRPr>
          </a:p>
        </p:txBody>
      </p:sp>
      <p:sp>
        <p:nvSpPr>
          <p:cNvPr id="5" name="Rectangle: Rounded Corners 4">
            <a:extLst>
              <a:ext uri="{FF2B5EF4-FFF2-40B4-BE49-F238E27FC236}">
                <a16:creationId xmlns:a16="http://schemas.microsoft.com/office/drawing/2014/main" id="{B583F8CA-3A83-03D7-3055-A87835D5EBCF}"/>
              </a:ext>
            </a:extLst>
          </p:cNvPr>
          <p:cNvSpPr/>
          <p:nvPr/>
        </p:nvSpPr>
        <p:spPr>
          <a:xfrm>
            <a:off x="452561" y="2356144"/>
            <a:ext cx="6138672" cy="20701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err="1">
                <a:latin typeface="Cascadia Code" panose="020B0609020000020004" pitchFamily="49" charset="0"/>
                <a:cs typeface="Cascadia Code" panose="020B0609020000020004" pitchFamily="49" charset="0"/>
              </a:rPr>
              <a:t>sudo</a:t>
            </a:r>
            <a:r>
              <a:rPr lang="en-US" sz="1200" dirty="0">
                <a:latin typeface="Cascadia Code" panose="020B0609020000020004" pitchFamily="49" charset="0"/>
                <a:cs typeface="Cascadia Code" panose="020B0609020000020004" pitchFamily="49" charset="0"/>
              </a:rPr>
              <a:t> apt install </a:t>
            </a:r>
            <a:r>
              <a:rPr lang="en-US" sz="1200" dirty="0" err="1">
                <a:latin typeface="Cascadia Code" panose="020B0609020000020004" pitchFamily="49" charset="0"/>
                <a:cs typeface="Cascadia Code" panose="020B0609020000020004" pitchFamily="49" charset="0"/>
              </a:rPr>
              <a:t>libsctp</a:t>
            </a:r>
            <a:r>
              <a:rPr lang="en-US" sz="1200" dirty="0">
                <a:latin typeface="Cascadia Code" panose="020B0609020000020004" pitchFamily="49" charset="0"/>
                <a:cs typeface="Cascadia Code" panose="020B0609020000020004" pitchFamily="49" charset="0"/>
              </a:rPr>
              <a:t>-dev </a:t>
            </a:r>
            <a:r>
              <a:rPr lang="en-US" sz="1200" dirty="0" err="1">
                <a:latin typeface="Cascadia Code" panose="020B0609020000020004" pitchFamily="49" charset="0"/>
                <a:cs typeface="Cascadia Code" panose="020B0609020000020004" pitchFamily="49" charset="0"/>
              </a:rPr>
              <a:t>cmake</a:t>
            </a:r>
            <a:r>
              <a:rPr lang="en-US" sz="1200" dirty="0">
                <a:latin typeface="Cascadia Code" panose="020B0609020000020004" pitchFamily="49" charset="0"/>
                <a:cs typeface="Cascadia Code" panose="020B0609020000020004" pitchFamily="49" charset="0"/>
              </a:rPr>
              <a:t>-curses-</a:t>
            </a:r>
            <a:r>
              <a:rPr lang="en-US" sz="1200" dirty="0" err="1">
                <a:latin typeface="Cascadia Code" panose="020B0609020000020004" pitchFamily="49" charset="0"/>
                <a:cs typeface="Cascadia Code" panose="020B0609020000020004" pitchFamily="49" charset="0"/>
              </a:rPr>
              <a:t>gui</a:t>
            </a:r>
            <a:r>
              <a:rPr lang="en-US" sz="1200" dirty="0">
                <a:latin typeface="Cascadia Code" panose="020B0609020000020004" pitchFamily="49" charset="0"/>
                <a:cs typeface="Cascadia Code" panose="020B0609020000020004" pitchFamily="49" charset="0"/>
              </a:rPr>
              <a:t> libpcre2-dev</a:t>
            </a:r>
          </a:p>
          <a:p>
            <a:r>
              <a:rPr lang="en-US" sz="1200" dirty="0">
                <a:latin typeface="Cascadia Code" panose="020B0609020000020004" pitchFamily="49" charset="0"/>
                <a:cs typeface="Cascadia Code" panose="020B0609020000020004" pitchFamily="49" charset="0"/>
              </a:rPr>
              <a:t>cd ~/</a:t>
            </a:r>
          </a:p>
          <a:p>
            <a:r>
              <a:rPr lang="en-US" sz="1200" dirty="0">
                <a:latin typeface="Cascadia Code" panose="020B0609020000020004" pitchFamily="49" charset="0"/>
                <a:cs typeface="Cascadia Code" panose="020B0609020000020004" pitchFamily="49" charset="0"/>
              </a:rPr>
              <a:t>git clone https://github.com/swig/swig.git</a:t>
            </a:r>
          </a:p>
          <a:p>
            <a:r>
              <a:rPr lang="en-US" sz="1200" dirty="0">
                <a:latin typeface="Cascadia Code" panose="020B0609020000020004" pitchFamily="49" charset="0"/>
                <a:cs typeface="Cascadia Code" panose="020B0609020000020004" pitchFamily="49" charset="0"/>
              </a:rPr>
              <a:t>cd swig</a:t>
            </a:r>
          </a:p>
          <a:p>
            <a:r>
              <a:rPr lang="en-US" sz="1200" dirty="0">
                <a:latin typeface="Cascadia Code" panose="020B0609020000020004" pitchFamily="49" charset="0"/>
                <a:cs typeface="Cascadia Code" panose="020B0609020000020004" pitchFamily="49" charset="0"/>
              </a:rPr>
              <a:t>git checkout release-4.1</a:t>
            </a:r>
          </a:p>
          <a:p>
            <a:r>
              <a:rPr lang="en-US" sz="1200" dirty="0">
                <a:latin typeface="Cascadia Code" panose="020B0609020000020004" pitchFamily="49" charset="0"/>
                <a:cs typeface="Cascadia Code" panose="020B0609020000020004" pitchFamily="49" charset="0"/>
              </a:rPr>
              <a:t>./autogen.sh</a:t>
            </a:r>
          </a:p>
          <a:p>
            <a:r>
              <a:rPr lang="en-US" sz="1200" dirty="0">
                <a:latin typeface="Cascadia Code" panose="020B0609020000020004" pitchFamily="49" charset="0"/>
                <a:cs typeface="Cascadia Code" panose="020B0609020000020004" pitchFamily="49" charset="0"/>
              </a:rPr>
              <a:t>./configure --prefix=/</a:t>
            </a:r>
            <a:r>
              <a:rPr lang="en-US" sz="1200" dirty="0" err="1">
                <a:latin typeface="Cascadia Code" panose="020B0609020000020004" pitchFamily="49" charset="0"/>
                <a:cs typeface="Cascadia Code" panose="020B0609020000020004" pitchFamily="49" charset="0"/>
              </a:rPr>
              <a:t>usr</a:t>
            </a:r>
            <a:r>
              <a:rPr lang="en-US" sz="1200" dirty="0">
                <a:latin typeface="Cascadia Code" panose="020B0609020000020004" pitchFamily="49" charset="0"/>
                <a:cs typeface="Cascadia Code" panose="020B0609020000020004" pitchFamily="49" charset="0"/>
              </a:rPr>
              <a:t>/</a:t>
            </a:r>
          </a:p>
          <a:p>
            <a:r>
              <a:rPr lang="en-US" sz="1200" dirty="0">
                <a:latin typeface="Cascadia Code" panose="020B0609020000020004" pitchFamily="49" charset="0"/>
                <a:cs typeface="Cascadia Code" panose="020B0609020000020004" pitchFamily="49" charset="0"/>
              </a:rPr>
              <a:t>make -</a:t>
            </a:r>
            <a:r>
              <a:rPr lang="en-US" sz="1200" dirty="0" err="1">
                <a:latin typeface="Cascadia Code" panose="020B0609020000020004" pitchFamily="49" charset="0"/>
                <a:cs typeface="Cascadia Code" panose="020B0609020000020004" pitchFamily="49" charset="0"/>
              </a:rPr>
              <a:t>j`nproc</a:t>
            </a:r>
            <a:r>
              <a:rPr lang="en-US" sz="1200" dirty="0">
                <a:latin typeface="Cascadia Code" panose="020B0609020000020004" pitchFamily="49" charset="0"/>
                <a:cs typeface="Cascadia Code" panose="020B0609020000020004" pitchFamily="49" charset="0"/>
              </a:rPr>
              <a:t>`</a:t>
            </a:r>
          </a:p>
          <a:p>
            <a:r>
              <a:rPr lang="en-US" sz="1200" dirty="0" err="1">
                <a:latin typeface="Cascadia Code" panose="020B0609020000020004" pitchFamily="49" charset="0"/>
                <a:cs typeface="Cascadia Code" panose="020B0609020000020004" pitchFamily="49" charset="0"/>
              </a:rPr>
              <a:t>sudo</a:t>
            </a:r>
            <a:r>
              <a:rPr lang="en-US" sz="1200" dirty="0">
                <a:latin typeface="Cascadia Code" panose="020B0609020000020004" pitchFamily="49" charset="0"/>
                <a:cs typeface="Cascadia Code" panose="020B0609020000020004" pitchFamily="49" charset="0"/>
              </a:rPr>
              <a:t> make install</a:t>
            </a:r>
          </a:p>
          <a:p>
            <a:r>
              <a:rPr lang="en-US" sz="1200" dirty="0">
                <a:latin typeface="Cascadia Code" panose="020B0609020000020004" pitchFamily="49" charset="0"/>
                <a:cs typeface="Cascadia Code" panose="020B0609020000020004" pitchFamily="49" charset="0"/>
              </a:rPr>
              <a:t>cd ~/</a:t>
            </a:r>
          </a:p>
        </p:txBody>
      </p:sp>
      <p:sp>
        <p:nvSpPr>
          <p:cNvPr id="7" name="TextBox 6">
            <a:extLst>
              <a:ext uri="{FF2B5EF4-FFF2-40B4-BE49-F238E27FC236}">
                <a16:creationId xmlns:a16="http://schemas.microsoft.com/office/drawing/2014/main" id="{D4B2C97E-C70B-0A57-0424-882AE679AF31}"/>
              </a:ext>
            </a:extLst>
          </p:cNvPr>
          <p:cNvSpPr txBox="1"/>
          <p:nvPr/>
        </p:nvSpPr>
        <p:spPr>
          <a:xfrm>
            <a:off x="550308" y="6292464"/>
            <a:ext cx="11092162" cy="400110"/>
          </a:xfrm>
          <a:prstGeom prst="rect">
            <a:avLst/>
          </a:prstGeom>
          <a:noFill/>
        </p:spPr>
        <p:txBody>
          <a:bodyPr wrap="square" rtlCol="0">
            <a:spAutoFit/>
          </a:bodyPr>
          <a:lstStyle/>
          <a:p>
            <a:r>
              <a:rPr lang="en-US" sz="1000" b="1"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Note</a:t>
            </a:r>
            <a:r>
              <a:rPr lang="en-US" sz="10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 Sometimes, when executing commands, you might encounter an error message similar to “command not found” or “unrecognized option”. This can be due to font inconsistencies between Windows (on which this ppt has been designed) and Linux. To resolve this, wherever there is a </a:t>
            </a:r>
            <a:r>
              <a:rPr lang="en-US" sz="1000" b="1"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hyphen (“-”), </a:t>
            </a:r>
            <a:r>
              <a:rPr lang="en-US" sz="10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delete it and retype it again manually.</a:t>
            </a:r>
            <a:endParaRPr lang="en-US" sz="1000" b="1"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5" name="Picture 14">
            <a:extLst>
              <a:ext uri="{FF2B5EF4-FFF2-40B4-BE49-F238E27FC236}">
                <a16:creationId xmlns:a16="http://schemas.microsoft.com/office/drawing/2014/main" id="{036AC99E-BAAC-8559-54B0-2D6939BB71D4}"/>
              </a:ext>
            </a:extLst>
          </p:cNvPr>
          <p:cNvPicPr>
            <a:picLocks noChangeAspect="1"/>
          </p:cNvPicPr>
          <p:nvPr/>
        </p:nvPicPr>
        <p:blipFill>
          <a:blip r:embed="rId2"/>
          <a:stretch>
            <a:fillRect/>
          </a:stretch>
        </p:blipFill>
        <p:spPr>
          <a:xfrm>
            <a:off x="6882797" y="2493999"/>
            <a:ext cx="5229955" cy="1676634"/>
          </a:xfrm>
          <a:prstGeom prst="rect">
            <a:avLst/>
          </a:prstGeom>
        </p:spPr>
      </p:pic>
      <p:sp>
        <p:nvSpPr>
          <p:cNvPr id="10" name="Content Placeholder 2">
            <a:extLst>
              <a:ext uri="{FF2B5EF4-FFF2-40B4-BE49-F238E27FC236}">
                <a16:creationId xmlns:a16="http://schemas.microsoft.com/office/drawing/2014/main" id="{1EA26CE0-17D8-6966-8820-64BAD681C13E}"/>
              </a:ext>
            </a:extLst>
          </p:cNvPr>
          <p:cNvSpPr txBox="1">
            <a:spLocks/>
          </p:cNvSpPr>
          <p:nvPr/>
        </p:nvSpPr>
        <p:spPr>
          <a:xfrm>
            <a:off x="452561" y="4497556"/>
            <a:ext cx="10058400" cy="467552"/>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indent="0">
              <a:buNone/>
            </a:pPr>
            <a:r>
              <a:rPr lang="en-US" sz="2200" dirty="0">
                <a:latin typeface="Abadi" panose="020B0604020104020204" pitchFamily="34" charset="0"/>
              </a:rPr>
              <a:t>Clone the FlexRIC repository.</a:t>
            </a:r>
          </a:p>
          <a:p>
            <a:endParaRPr lang="en-US" dirty="0"/>
          </a:p>
        </p:txBody>
      </p:sp>
      <p:sp>
        <p:nvSpPr>
          <p:cNvPr id="11" name="Rectangle: Rounded Corners 10">
            <a:extLst>
              <a:ext uri="{FF2B5EF4-FFF2-40B4-BE49-F238E27FC236}">
                <a16:creationId xmlns:a16="http://schemas.microsoft.com/office/drawing/2014/main" id="{896E0535-F3C8-0FC0-8BB6-D23A6844B541}"/>
              </a:ext>
            </a:extLst>
          </p:cNvPr>
          <p:cNvSpPr/>
          <p:nvPr/>
        </p:nvSpPr>
        <p:spPr>
          <a:xfrm>
            <a:off x="452561" y="5036382"/>
            <a:ext cx="6335902" cy="9885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ascadia Code" panose="020B0609020000020004" pitchFamily="49" charset="0"/>
                <a:ea typeface="Cascadia Code" panose="020B0609020000020004" pitchFamily="49" charset="0"/>
                <a:cs typeface="Cascadia Code" panose="020B0609020000020004" pitchFamily="49" charset="0"/>
              </a:rPr>
              <a:t>git clone https://gitlab.eurecom.fr/mosaic5g/flexric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flexric</a:t>
            </a:r>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latin typeface="Cascadia Code" panose="020B0609020000020004" pitchFamily="49" charset="0"/>
                <a:ea typeface="Cascadia Code" panose="020B0609020000020004" pitchFamily="49" charset="0"/>
                <a:cs typeface="Cascadia Code" panose="020B0609020000020004" pitchFamily="49" charset="0"/>
              </a:rPr>
              <a:t>cd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flexric</a:t>
            </a:r>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latin typeface="Cascadia Code" panose="020B0609020000020004" pitchFamily="49" charset="0"/>
                <a:ea typeface="Cascadia Code" panose="020B0609020000020004" pitchFamily="49" charset="0"/>
                <a:cs typeface="Cascadia Code" panose="020B0609020000020004" pitchFamily="49" charset="0"/>
              </a:rPr>
              <a:t>git checkout df754a85</a:t>
            </a:r>
          </a:p>
        </p:txBody>
      </p:sp>
      <p:pic>
        <p:nvPicPr>
          <p:cNvPr id="12" name="Picture 11">
            <a:extLst>
              <a:ext uri="{FF2B5EF4-FFF2-40B4-BE49-F238E27FC236}">
                <a16:creationId xmlns:a16="http://schemas.microsoft.com/office/drawing/2014/main" id="{B34F24EF-15A0-C9E4-B83D-1E0D1D60A9F2}"/>
              </a:ext>
            </a:extLst>
          </p:cNvPr>
          <p:cNvPicPr>
            <a:picLocks noChangeAspect="1"/>
          </p:cNvPicPr>
          <p:nvPr/>
        </p:nvPicPr>
        <p:blipFill>
          <a:blip r:embed="rId3"/>
          <a:stretch>
            <a:fillRect/>
          </a:stretch>
        </p:blipFill>
        <p:spPr>
          <a:xfrm>
            <a:off x="7013325" y="4965108"/>
            <a:ext cx="4946850" cy="1109517"/>
          </a:xfrm>
          <a:prstGeom prst="rect">
            <a:avLst/>
          </a:prstGeom>
        </p:spPr>
      </p:pic>
    </p:spTree>
    <p:extLst>
      <p:ext uri="{BB962C8B-B14F-4D97-AF65-F5344CB8AC3E}">
        <p14:creationId xmlns:p14="http://schemas.microsoft.com/office/powerpoint/2010/main" val="380385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6DAFD-7FA7-0F62-FEF1-B0168E5736F2}"/>
              </a:ext>
            </a:extLst>
          </p:cNvPr>
          <p:cNvSpPr>
            <a:spLocks noGrp="1"/>
          </p:cNvSpPr>
          <p:nvPr>
            <p:ph type="title"/>
          </p:nvPr>
        </p:nvSpPr>
        <p:spPr>
          <a:xfrm>
            <a:off x="469144" y="0"/>
            <a:ext cx="10058400" cy="1078277"/>
          </a:xfrm>
        </p:spPr>
        <p:txBody>
          <a:bodyPr/>
          <a:lstStyle/>
          <a:p>
            <a:r>
              <a:rPr lang="en-US" dirty="0">
                <a:latin typeface="Abadi" panose="020B0604020104020204" pitchFamily="34" charset="0"/>
              </a:rPr>
              <a:t>Install FlexRIC (Cont’d)</a:t>
            </a:r>
          </a:p>
        </p:txBody>
      </p:sp>
      <p:sp>
        <p:nvSpPr>
          <p:cNvPr id="4" name="Rectangle: Rounded Corners 3">
            <a:extLst>
              <a:ext uri="{FF2B5EF4-FFF2-40B4-BE49-F238E27FC236}">
                <a16:creationId xmlns:a16="http://schemas.microsoft.com/office/drawing/2014/main" id="{90526CC2-4FD7-0AD0-BB6B-0DC86AF34C7D}"/>
              </a:ext>
            </a:extLst>
          </p:cNvPr>
          <p:cNvSpPr/>
          <p:nvPr/>
        </p:nvSpPr>
        <p:spPr>
          <a:xfrm>
            <a:off x="581661" y="5936487"/>
            <a:ext cx="4632037" cy="6834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ascadia Code" panose="020B0609020000020004" pitchFamily="49" charset="0"/>
                <a:ea typeface="Cascadia Code" panose="020B0609020000020004" pitchFamily="49" charset="0"/>
                <a:cs typeface="Cascadia Code" panose="020B0609020000020004" pitchFamily="49" charset="0"/>
              </a:rPr>
              <a:t>mkdir build</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cd build</a:t>
            </a:r>
          </a:p>
          <a:p>
            <a:r>
              <a:rPr lang="en-US" sz="1200" dirty="0" err="1">
                <a:latin typeface="Cascadia Code" panose="020B0609020000020004" pitchFamily="49" charset="0"/>
                <a:ea typeface="Cascadia Code" panose="020B0609020000020004" pitchFamily="49" charset="0"/>
                <a:cs typeface="Cascadia Code" panose="020B0609020000020004" pitchFamily="49" charset="0"/>
              </a:rPr>
              <a:t>cmake</a:t>
            </a:r>
            <a:r>
              <a:rPr lang="en-US" sz="1200"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13" name="Rectangle: Rounded Corners 12">
            <a:extLst>
              <a:ext uri="{FF2B5EF4-FFF2-40B4-BE49-F238E27FC236}">
                <a16:creationId xmlns:a16="http://schemas.microsoft.com/office/drawing/2014/main" id="{517E1F99-D92D-EACA-E98E-1D4E61EFBFFA}"/>
              </a:ext>
            </a:extLst>
          </p:cNvPr>
          <p:cNvSpPr/>
          <p:nvPr/>
        </p:nvSpPr>
        <p:spPr>
          <a:xfrm>
            <a:off x="6846635" y="5936487"/>
            <a:ext cx="4632037" cy="6834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ascadia Code" panose="020B0609020000020004" pitchFamily="49" charset="0"/>
                <a:ea typeface="Cascadia Code" panose="020B0609020000020004" pitchFamily="49" charset="0"/>
                <a:cs typeface="Cascadia Code" panose="020B0609020000020004" pitchFamily="49" charset="0"/>
              </a:rPr>
              <a:t>make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j`nproc</a:t>
            </a:r>
            <a:r>
              <a:rPr lang="en-US" sz="12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2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1200" dirty="0">
                <a:latin typeface="Cascadia Code" panose="020B0609020000020004" pitchFamily="49" charset="0"/>
                <a:ea typeface="Cascadia Code" panose="020B0609020000020004" pitchFamily="49" charset="0"/>
                <a:cs typeface="Cascadia Code" panose="020B0609020000020004" pitchFamily="49" charset="0"/>
              </a:rPr>
              <a:t> make install</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cd ~/</a:t>
            </a:r>
          </a:p>
        </p:txBody>
      </p:sp>
      <p:pic>
        <p:nvPicPr>
          <p:cNvPr id="6" name="Picture 5">
            <a:extLst>
              <a:ext uri="{FF2B5EF4-FFF2-40B4-BE49-F238E27FC236}">
                <a16:creationId xmlns:a16="http://schemas.microsoft.com/office/drawing/2014/main" id="{19EF7C5A-698B-98D1-44C0-814EFB8F715C}"/>
              </a:ext>
            </a:extLst>
          </p:cNvPr>
          <p:cNvPicPr>
            <a:picLocks noChangeAspect="1"/>
          </p:cNvPicPr>
          <p:nvPr/>
        </p:nvPicPr>
        <p:blipFill>
          <a:blip r:embed="rId2"/>
          <a:stretch>
            <a:fillRect/>
          </a:stretch>
        </p:blipFill>
        <p:spPr>
          <a:xfrm>
            <a:off x="516684" y="1031143"/>
            <a:ext cx="4697014" cy="4622911"/>
          </a:xfrm>
          <a:prstGeom prst="rect">
            <a:avLst/>
          </a:prstGeom>
        </p:spPr>
      </p:pic>
      <p:sp>
        <p:nvSpPr>
          <p:cNvPr id="3" name="Rectangle 2">
            <a:extLst>
              <a:ext uri="{FF2B5EF4-FFF2-40B4-BE49-F238E27FC236}">
                <a16:creationId xmlns:a16="http://schemas.microsoft.com/office/drawing/2014/main" id="{C3D9A919-9CFF-9DF3-A083-A8624D71D0F2}"/>
              </a:ext>
            </a:extLst>
          </p:cNvPr>
          <p:cNvSpPr/>
          <p:nvPr/>
        </p:nvSpPr>
        <p:spPr>
          <a:xfrm>
            <a:off x="374904" y="2352731"/>
            <a:ext cx="5010912" cy="838525"/>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AA2FCDF-4259-C6A4-C5A6-7015FFE8DFF8}"/>
              </a:ext>
            </a:extLst>
          </p:cNvPr>
          <p:cNvPicPr>
            <a:picLocks noChangeAspect="1"/>
          </p:cNvPicPr>
          <p:nvPr/>
        </p:nvPicPr>
        <p:blipFill>
          <a:blip r:embed="rId3"/>
          <a:stretch>
            <a:fillRect/>
          </a:stretch>
        </p:blipFill>
        <p:spPr>
          <a:xfrm>
            <a:off x="5986332" y="2040832"/>
            <a:ext cx="5830764" cy="3190852"/>
          </a:xfrm>
          <a:prstGeom prst="rect">
            <a:avLst/>
          </a:prstGeom>
        </p:spPr>
      </p:pic>
      <p:sp>
        <p:nvSpPr>
          <p:cNvPr id="5" name="Callout: Bent Line 4">
            <a:extLst>
              <a:ext uri="{FF2B5EF4-FFF2-40B4-BE49-F238E27FC236}">
                <a16:creationId xmlns:a16="http://schemas.microsoft.com/office/drawing/2014/main" id="{F2AB9D01-53F6-C5DF-6AB2-174CD10C0627}"/>
              </a:ext>
            </a:extLst>
          </p:cNvPr>
          <p:cNvSpPr/>
          <p:nvPr/>
        </p:nvSpPr>
        <p:spPr>
          <a:xfrm>
            <a:off x="5999426" y="1106424"/>
            <a:ext cx="3457094" cy="612648"/>
          </a:xfrm>
          <a:prstGeom prst="borderCallout2">
            <a:avLst>
              <a:gd name="adj1" fmla="val 51135"/>
              <a:gd name="adj2" fmla="val -98"/>
              <a:gd name="adj3" fmla="val 52543"/>
              <a:gd name="adj4" fmla="val -44115"/>
              <a:gd name="adj5" fmla="val 261754"/>
              <a:gd name="adj6" fmla="val -45669"/>
            </a:avLst>
          </a:prstGeom>
          <a:ln w="38100"/>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a:latin typeface="Abadi" panose="020B0604020104020204" pitchFamily="34" charset="0"/>
              </a:rPr>
              <a:t>You should see ASN encoding for E2AP, KPM SM &amp; RC SM</a:t>
            </a:r>
          </a:p>
        </p:txBody>
      </p:sp>
    </p:spTree>
    <p:extLst>
      <p:ext uri="{BB962C8B-B14F-4D97-AF65-F5344CB8AC3E}">
        <p14:creationId xmlns:p14="http://schemas.microsoft.com/office/powerpoint/2010/main" val="3372907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B6D66-2E5D-2C5A-1861-54C73DD9B199}"/>
              </a:ext>
            </a:extLst>
          </p:cNvPr>
          <p:cNvSpPr>
            <a:spLocks noGrp="1"/>
          </p:cNvSpPr>
          <p:nvPr>
            <p:ph type="title"/>
          </p:nvPr>
        </p:nvSpPr>
        <p:spPr>
          <a:xfrm>
            <a:off x="430987" y="231416"/>
            <a:ext cx="10515600" cy="1325563"/>
          </a:xfrm>
        </p:spPr>
        <p:txBody>
          <a:bodyPr/>
          <a:lstStyle/>
          <a:p>
            <a:r>
              <a:rPr lang="en-US">
                <a:latin typeface="Abadi" panose="020B0604020104020204" pitchFamily="34" charset="0"/>
              </a:rPr>
              <a:t>Run Core Network – Terminal 1</a:t>
            </a:r>
          </a:p>
        </p:txBody>
      </p:sp>
      <p:sp>
        <p:nvSpPr>
          <p:cNvPr id="4" name="Content Placeholder 3">
            <a:extLst>
              <a:ext uri="{FF2B5EF4-FFF2-40B4-BE49-F238E27FC236}">
                <a16:creationId xmlns:a16="http://schemas.microsoft.com/office/drawing/2014/main" id="{561E7ABE-BDDF-F25B-DAA6-855A680CB085}"/>
              </a:ext>
            </a:extLst>
          </p:cNvPr>
          <p:cNvSpPr>
            <a:spLocks noGrp="1"/>
          </p:cNvSpPr>
          <p:nvPr>
            <p:ph idx="1"/>
          </p:nvPr>
        </p:nvSpPr>
        <p:spPr>
          <a:xfrm>
            <a:off x="430987" y="1466262"/>
            <a:ext cx="10058400" cy="10193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indent="0">
              <a:buNone/>
            </a:pPr>
            <a:r>
              <a:rPr lang="en-US" sz="1400">
                <a:latin typeface="Cascadia Code" panose="020B0609020000020004" pitchFamily="49" charset="0"/>
                <a:ea typeface="Cascadia Code" panose="020B0609020000020004" pitchFamily="49" charset="0"/>
                <a:cs typeface="Cascadia Code" panose="020B0609020000020004" pitchFamily="49" charset="0"/>
              </a:rPr>
              <a:t>cd ~/oai-cn5g</a:t>
            </a:r>
          </a:p>
          <a:p>
            <a:pPr marL="0" indent="0">
              <a:buNone/>
            </a:pPr>
            <a:r>
              <a:rPr lang="en-US" sz="1400">
                <a:latin typeface="Cascadia Code" panose="020B0609020000020004" pitchFamily="49" charset="0"/>
                <a:ea typeface="Cascadia Code" panose="020B0609020000020004" pitchFamily="49" charset="0"/>
                <a:cs typeface="Cascadia Code" panose="020B0609020000020004" pitchFamily="49" charset="0"/>
              </a:rPr>
              <a:t>docker compose up –d</a:t>
            </a:r>
            <a:endParaRPr lang="nb-NO" sz="1400">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5" name="Picture 4">
            <a:extLst>
              <a:ext uri="{FF2B5EF4-FFF2-40B4-BE49-F238E27FC236}">
                <a16:creationId xmlns:a16="http://schemas.microsoft.com/office/drawing/2014/main" id="{4D247E5C-6780-A095-1E11-EC9FFF2F307A}"/>
              </a:ext>
            </a:extLst>
          </p:cNvPr>
          <p:cNvPicPr>
            <a:picLocks noChangeAspect="1"/>
          </p:cNvPicPr>
          <p:nvPr/>
        </p:nvPicPr>
        <p:blipFill>
          <a:blip r:embed="rId2"/>
          <a:stretch>
            <a:fillRect/>
          </a:stretch>
        </p:blipFill>
        <p:spPr>
          <a:xfrm>
            <a:off x="550973" y="2893889"/>
            <a:ext cx="6617710" cy="2957051"/>
          </a:xfrm>
          <a:prstGeom prst="rect">
            <a:avLst/>
          </a:prstGeom>
        </p:spPr>
      </p:pic>
    </p:spTree>
    <p:extLst>
      <p:ext uri="{BB962C8B-B14F-4D97-AF65-F5344CB8AC3E}">
        <p14:creationId xmlns:p14="http://schemas.microsoft.com/office/powerpoint/2010/main" val="3479563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6E3AC-C270-5D8F-D2C9-125D1D647189}"/>
              </a:ext>
            </a:extLst>
          </p:cNvPr>
          <p:cNvSpPr>
            <a:spLocks noGrp="1"/>
          </p:cNvSpPr>
          <p:nvPr>
            <p:ph type="title"/>
          </p:nvPr>
        </p:nvSpPr>
        <p:spPr/>
        <p:txBody>
          <a:bodyPr/>
          <a:lstStyle/>
          <a:p>
            <a:r>
              <a:rPr lang="en-US" dirty="0">
                <a:latin typeface="Abadi" panose="020B0604020104020204" pitchFamily="34" charset="0"/>
              </a:rPr>
              <a:t>Run FlexRIC Near-RT RIC – Terminal 2</a:t>
            </a:r>
          </a:p>
        </p:txBody>
      </p:sp>
      <p:sp>
        <p:nvSpPr>
          <p:cNvPr id="3" name="Content Placeholder 2">
            <a:extLst>
              <a:ext uri="{FF2B5EF4-FFF2-40B4-BE49-F238E27FC236}">
                <a16:creationId xmlns:a16="http://schemas.microsoft.com/office/drawing/2014/main" id="{268D59EE-B938-AF9A-0661-6C781F694127}"/>
              </a:ext>
            </a:extLst>
          </p:cNvPr>
          <p:cNvSpPr>
            <a:spLocks noGrp="1"/>
          </p:cNvSpPr>
          <p:nvPr>
            <p:ph idx="1"/>
          </p:nvPr>
        </p:nvSpPr>
        <p:spPr>
          <a:xfrm>
            <a:off x="1066800" y="1894146"/>
            <a:ext cx="10058400" cy="883615"/>
          </a:xfrm>
        </p:spPr>
        <p:txBody>
          <a:bodyPr>
            <a:normAutofit/>
          </a:bodyPr>
          <a:lstStyle/>
          <a:p>
            <a:r>
              <a:rPr lang="en-US" dirty="0">
                <a:latin typeface="Abadi" panose="020B0604020104020204" pitchFamily="34" charset="0"/>
              </a:rPr>
              <a:t>Open a New Terminal.</a:t>
            </a:r>
          </a:p>
        </p:txBody>
      </p:sp>
      <p:sp>
        <p:nvSpPr>
          <p:cNvPr id="4" name="Rectangle: Rounded Corners 3">
            <a:extLst>
              <a:ext uri="{FF2B5EF4-FFF2-40B4-BE49-F238E27FC236}">
                <a16:creationId xmlns:a16="http://schemas.microsoft.com/office/drawing/2014/main" id="{DFD59AC1-DE3F-780B-EA5F-1E6702CB77F7}"/>
              </a:ext>
            </a:extLst>
          </p:cNvPr>
          <p:cNvSpPr/>
          <p:nvPr/>
        </p:nvSpPr>
        <p:spPr>
          <a:xfrm>
            <a:off x="868380" y="2777761"/>
            <a:ext cx="4367853" cy="8047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cd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flexric</a:t>
            </a:r>
            <a:r>
              <a:rPr lang="en-US" sz="1400" dirty="0">
                <a:latin typeface="Cascadia Code" panose="020B0609020000020004" pitchFamily="49" charset="0"/>
                <a:ea typeface="Cascadia Code" panose="020B0609020000020004" pitchFamily="49" charset="0"/>
                <a:cs typeface="Cascadia Code" panose="020B0609020000020004" pitchFamily="49" charset="0"/>
              </a:rPr>
              <a:t>/build/examples/</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ric</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nearRT</a:t>
            </a:r>
            <a:r>
              <a:rPr lang="en-US" sz="1400" dirty="0">
                <a:latin typeface="Cascadia Code" panose="020B0609020000020004" pitchFamily="49" charset="0"/>
                <a:ea typeface="Cascadia Code" panose="020B0609020000020004" pitchFamily="49" charset="0"/>
                <a:cs typeface="Cascadia Code" panose="020B0609020000020004" pitchFamily="49" charset="0"/>
              </a:rPr>
              <a:t>-RIC</a:t>
            </a:r>
          </a:p>
          <a:p>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6" name="Picture 5">
            <a:extLst>
              <a:ext uri="{FF2B5EF4-FFF2-40B4-BE49-F238E27FC236}">
                <a16:creationId xmlns:a16="http://schemas.microsoft.com/office/drawing/2014/main" id="{5C7F372F-736C-5CE1-7840-53CAFAE95E0C}"/>
              </a:ext>
            </a:extLst>
          </p:cNvPr>
          <p:cNvPicPr>
            <a:picLocks noChangeAspect="1"/>
          </p:cNvPicPr>
          <p:nvPr/>
        </p:nvPicPr>
        <p:blipFill>
          <a:blip r:embed="rId2"/>
          <a:stretch>
            <a:fillRect/>
          </a:stretch>
        </p:blipFill>
        <p:spPr>
          <a:xfrm>
            <a:off x="1222064" y="3951669"/>
            <a:ext cx="3035900" cy="1734801"/>
          </a:xfrm>
          <a:prstGeom prst="rect">
            <a:avLst/>
          </a:prstGeom>
        </p:spPr>
      </p:pic>
      <p:sp>
        <p:nvSpPr>
          <p:cNvPr id="5" name="TextBox 4">
            <a:extLst>
              <a:ext uri="{FF2B5EF4-FFF2-40B4-BE49-F238E27FC236}">
                <a16:creationId xmlns:a16="http://schemas.microsoft.com/office/drawing/2014/main" id="{DF6D7173-DBF7-4092-3AE9-0BA998D2AD24}"/>
              </a:ext>
            </a:extLst>
          </p:cNvPr>
          <p:cNvSpPr txBox="1"/>
          <p:nvPr/>
        </p:nvSpPr>
        <p:spPr>
          <a:xfrm>
            <a:off x="7116285" y="4988656"/>
            <a:ext cx="3039035" cy="369332"/>
          </a:xfrm>
          <a:prstGeom prst="rect">
            <a:avLst/>
          </a:prstGeom>
          <a:noFill/>
        </p:spPr>
        <p:txBody>
          <a:bodyPr wrap="square" rtlCol="0">
            <a:spAutoFit/>
          </a:bodyPr>
          <a:lstStyle/>
          <a:p>
            <a:r>
              <a:rPr lang="en-US" dirty="0">
                <a:latin typeface="Abadi" panose="020B0604020104020204" pitchFamily="34" charset="0"/>
              </a:rPr>
              <a:t>Near-RT RIC Console Output</a:t>
            </a:r>
          </a:p>
        </p:txBody>
      </p:sp>
      <p:sp>
        <p:nvSpPr>
          <p:cNvPr id="8" name="TextBox 7">
            <a:extLst>
              <a:ext uri="{FF2B5EF4-FFF2-40B4-BE49-F238E27FC236}">
                <a16:creationId xmlns:a16="http://schemas.microsoft.com/office/drawing/2014/main" id="{F01D55B4-B886-E722-7C7E-FB15466AB22E}"/>
              </a:ext>
            </a:extLst>
          </p:cNvPr>
          <p:cNvSpPr txBox="1"/>
          <p:nvPr/>
        </p:nvSpPr>
        <p:spPr>
          <a:xfrm>
            <a:off x="1342338" y="5753532"/>
            <a:ext cx="3039035" cy="369332"/>
          </a:xfrm>
          <a:prstGeom prst="rect">
            <a:avLst/>
          </a:prstGeom>
          <a:noFill/>
        </p:spPr>
        <p:txBody>
          <a:bodyPr wrap="square" rtlCol="0">
            <a:spAutoFit/>
          </a:bodyPr>
          <a:lstStyle/>
          <a:p>
            <a:r>
              <a:rPr lang="en-US" dirty="0">
                <a:latin typeface="Abadi" panose="020B0604020104020204" pitchFamily="34" charset="0"/>
              </a:rPr>
              <a:t>Contents of </a:t>
            </a:r>
            <a:r>
              <a:rPr lang="en-US" b="1" dirty="0" err="1">
                <a:latin typeface="Abadi" panose="020B0604020104020204" pitchFamily="34" charset="0"/>
              </a:rPr>
              <a:t>flexric.conf</a:t>
            </a:r>
            <a:r>
              <a:rPr lang="en-US" b="1" dirty="0">
                <a:latin typeface="Abadi" panose="020B0604020104020204" pitchFamily="34" charset="0"/>
              </a:rPr>
              <a:t> </a:t>
            </a:r>
            <a:r>
              <a:rPr lang="en-US" dirty="0">
                <a:latin typeface="Abadi" panose="020B0604020104020204" pitchFamily="34" charset="0"/>
              </a:rPr>
              <a:t>file</a:t>
            </a:r>
          </a:p>
        </p:txBody>
      </p:sp>
      <p:pic>
        <p:nvPicPr>
          <p:cNvPr id="10" name="Picture 9">
            <a:extLst>
              <a:ext uri="{FF2B5EF4-FFF2-40B4-BE49-F238E27FC236}">
                <a16:creationId xmlns:a16="http://schemas.microsoft.com/office/drawing/2014/main" id="{679A7EDC-539B-006E-0F11-62AAD7BDAB6C}"/>
              </a:ext>
            </a:extLst>
          </p:cNvPr>
          <p:cNvPicPr>
            <a:picLocks noChangeAspect="1"/>
          </p:cNvPicPr>
          <p:nvPr/>
        </p:nvPicPr>
        <p:blipFill>
          <a:blip r:embed="rId3"/>
          <a:stretch>
            <a:fillRect/>
          </a:stretch>
        </p:blipFill>
        <p:spPr>
          <a:xfrm>
            <a:off x="5677545" y="1987862"/>
            <a:ext cx="5963482" cy="3000794"/>
          </a:xfrm>
          <a:prstGeom prst="rect">
            <a:avLst/>
          </a:prstGeom>
        </p:spPr>
      </p:pic>
      <p:sp>
        <p:nvSpPr>
          <p:cNvPr id="11" name="Rectangle 10">
            <a:extLst>
              <a:ext uri="{FF2B5EF4-FFF2-40B4-BE49-F238E27FC236}">
                <a16:creationId xmlns:a16="http://schemas.microsoft.com/office/drawing/2014/main" id="{78D4D03F-DF58-1B3F-1712-0C1350BADAF1}"/>
              </a:ext>
            </a:extLst>
          </p:cNvPr>
          <p:cNvSpPr/>
          <p:nvPr/>
        </p:nvSpPr>
        <p:spPr>
          <a:xfrm>
            <a:off x="5589916" y="3071004"/>
            <a:ext cx="4951731" cy="612475"/>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llout: Bent Line 11">
            <a:extLst>
              <a:ext uri="{FF2B5EF4-FFF2-40B4-BE49-F238E27FC236}">
                <a16:creationId xmlns:a16="http://schemas.microsoft.com/office/drawing/2014/main" id="{2D10067A-FCFA-A826-F403-900E555C87B1}"/>
              </a:ext>
            </a:extLst>
          </p:cNvPr>
          <p:cNvSpPr/>
          <p:nvPr/>
        </p:nvSpPr>
        <p:spPr>
          <a:xfrm flipH="1">
            <a:off x="7703389" y="5602758"/>
            <a:ext cx="2156603" cy="612648"/>
          </a:xfrm>
          <a:prstGeom prst="borderCallout2">
            <a:avLst>
              <a:gd name="adj1" fmla="val 18750"/>
              <a:gd name="adj2" fmla="val -8333"/>
              <a:gd name="adj3" fmla="val 18750"/>
              <a:gd name="adj4" fmla="val -16667"/>
              <a:gd name="adj5" fmla="val -312733"/>
              <a:gd name="adj6" fmla="val -28887"/>
            </a:avLst>
          </a:prstGeom>
          <a:ln>
            <a:solidFill>
              <a:srgbClr val="7030A0"/>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1200" dirty="0">
                <a:latin typeface="Abadi" panose="020B0604020104020204" pitchFamily="34" charset="0"/>
              </a:rPr>
              <a:t>We mainly need E2SM-RC and E2SM-KPM</a:t>
            </a:r>
          </a:p>
        </p:txBody>
      </p:sp>
    </p:spTree>
    <p:extLst>
      <p:ext uri="{BB962C8B-B14F-4D97-AF65-F5344CB8AC3E}">
        <p14:creationId xmlns:p14="http://schemas.microsoft.com/office/powerpoint/2010/main" val="2767601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C1B8D-8C52-EA25-7A96-BFC2B718A545}"/>
              </a:ext>
            </a:extLst>
          </p:cNvPr>
          <p:cNvSpPr>
            <a:spLocks noGrp="1"/>
          </p:cNvSpPr>
          <p:nvPr>
            <p:ph type="title"/>
          </p:nvPr>
        </p:nvSpPr>
        <p:spPr>
          <a:xfrm>
            <a:off x="374048" y="119729"/>
            <a:ext cx="10515600" cy="1325563"/>
          </a:xfrm>
        </p:spPr>
        <p:txBody>
          <a:bodyPr/>
          <a:lstStyle/>
          <a:p>
            <a:r>
              <a:rPr lang="en-US" dirty="0">
                <a:latin typeface="Abadi" panose="020B0604020104020204" pitchFamily="34" charset="0"/>
              </a:rPr>
              <a:t>Start the </a:t>
            </a:r>
            <a:r>
              <a:rPr lang="en-US" dirty="0" err="1">
                <a:latin typeface="Abadi" panose="020B0604020104020204" pitchFamily="34" charset="0"/>
              </a:rPr>
              <a:t>gNB</a:t>
            </a:r>
            <a:r>
              <a:rPr lang="en-US" dirty="0">
                <a:latin typeface="Abadi" panose="020B0604020104020204" pitchFamily="34" charset="0"/>
              </a:rPr>
              <a:t> – Terminal 3</a:t>
            </a:r>
          </a:p>
        </p:txBody>
      </p:sp>
      <p:sp>
        <p:nvSpPr>
          <p:cNvPr id="4" name="Content Placeholder 2">
            <a:extLst>
              <a:ext uri="{FF2B5EF4-FFF2-40B4-BE49-F238E27FC236}">
                <a16:creationId xmlns:a16="http://schemas.microsoft.com/office/drawing/2014/main" id="{04F11B8E-EEA7-8CB3-BC9D-6A602DA37FE5}"/>
              </a:ext>
            </a:extLst>
          </p:cNvPr>
          <p:cNvSpPr txBox="1">
            <a:spLocks/>
          </p:cNvSpPr>
          <p:nvPr/>
        </p:nvSpPr>
        <p:spPr>
          <a:xfrm>
            <a:off x="374048" y="1357076"/>
            <a:ext cx="11592090" cy="585062"/>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r>
              <a:rPr lang="en-US" dirty="0">
                <a:latin typeface="Abadi" panose="020B0604020104020204" pitchFamily="34" charset="0"/>
              </a:rPr>
              <a:t>Edit the </a:t>
            </a:r>
            <a:r>
              <a:rPr lang="en-US" dirty="0" err="1">
                <a:latin typeface="Abadi" panose="020B0604020104020204" pitchFamily="34" charset="0"/>
              </a:rPr>
              <a:t>gNB</a:t>
            </a:r>
            <a:r>
              <a:rPr lang="en-US" dirty="0">
                <a:latin typeface="Abadi" panose="020B0604020104020204" pitchFamily="34" charset="0"/>
              </a:rPr>
              <a:t> configuration file to </a:t>
            </a:r>
            <a:r>
              <a:rPr lang="en-US" b="1" dirty="0">
                <a:latin typeface="Abadi" panose="020B0604020104020204" pitchFamily="34" charset="0"/>
              </a:rPr>
              <a:t>enable the</a:t>
            </a:r>
            <a:r>
              <a:rPr lang="en-US" dirty="0">
                <a:latin typeface="Abadi" panose="020B0604020104020204" pitchFamily="34" charset="0"/>
              </a:rPr>
              <a:t> E2 agent (for now since we haven’t installed </a:t>
            </a:r>
            <a:r>
              <a:rPr lang="en-US" dirty="0" err="1">
                <a:latin typeface="Abadi" panose="020B0604020104020204" pitchFamily="34" charset="0"/>
              </a:rPr>
              <a:t>flexRIC</a:t>
            </a:r>
            <a:r>
              <a:rPr lang="en-US" dirty="0">
                <a:latin typeface="Abadi" panose="020B0604020104020204" pitchFamily="34" charset="0"/>
              </a:rPr>
              <a:t> yet).</a:t>
            </a:r>
          </a:p>
          <a:p>
            <a:endParaRPr lang="en-US" dirty="0"/>
          </a:p>
        </p:txBody>
      </p:sp>
      <p:sp>
        <p:nvSpPr>
          <p:cNvPr id="5" name="Rectangle: Rounded Corners 4">
            <a:extLst>
              <a:ext uri="{FF2B5EF4-FFF2-40B4-BE49-F238E27FC236}">
                <a16:creationId xmlns:a16="http://schemas.microsoft.com/office/drawing/2014/main" id="{E1823F04-AC71-7452-09FE-15867EB46DD8}"/>
              </a:ext>
            </a:extLst>
          </p:cNvPr>
          <p:cNvSpPr/>
          <p:nvPr/>
        </p:nvSpPr>
        <p:spPr>
          <a:xfrm>
            <a:off x="475132" y="1942138"/>
            <a:ext cx="10158484" cy="9897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cd ~/openairinterface5g/targets/PROJECTS/GENERIC-NR-5GC/CONF/</a:t>
            </a:r>
            <a:br>
              <a:rPr lang="en-US" sz="1400" dirty="0">
                <a:latin typeface="Cascadia Code" panose="020B0609020000020004" pitchFamily="49" charset="0"/>
                <a:ea typeface="Cascadia Code" panose="020B0609020000020004" pitchFamily="49" charset="0"/>
                <a:cs typeface="Cascadia Code" panose="020B0609020000020004" pitchFamily="49" charset="0"/>
              </a:rPr>
            </a:br>
            <a:r>
              <a:rPr lang="en-US" sz="1400" dirty="0">
                <a:latin typeface="Cascadia Code" panose="020B0609020000020004" pitchFamily="49" charset="0"/>
                <a:ea typeface="Cascadia Code" panose="020B0609020000020004" pitchFamily="49" charset="0"/>
                <a:cs typeface="Cascadia Code" panose="020B0609020000020004" pitchFamily="49" charset="0"/>
              </a:rPr>
              <a:t>vim gnb.sa.band78.fr1.106PRB.usrpb210.conf</a:t>
            </a:r>
          </a:p>
        </p:txBody>
      </p:sp>
      <p:pic>
        <p:nvPicPr>
          <p:cNvPr id="6" name="Picture 5">
            <a:extLst>
              <a:ext uri="{FF2B5EF4-FFF2-40B4-BE49-F238E27FC236}">
                <a16:creationId xmlns:a16="http://schemas.microsoft.com/office/drawing/2014/main" id="{03FF1527-4ABB-8BDE-6A0A-A42A84682699}"/>
              </a:ext>
            </a:extLst>
          </p:cNvPr>
          <p:cNvPicPr>
            <a:picLocks noChangeAspect="1"/>
          </p:cNvPicPr>
          <p:nvPr/>
        </p:nvPicPr>
        <p:blipFill>
          <a:blip r:embed="rId2"/>
          <a:stretch>
            <a:fillRect/>
          </a:stretch>
        </p:blipFill>
        <p:spPr>
          <a:xfrm>
            <a:off x="475132" y="3338978"/>
            <a:ext cx="6345139" cy="1347186"/>
          </a:xfrm>
          <a:prstGeom prst="rect">
            <a:avLst/>
          </a:prstGeom>
        </p:spPr>
      </p:pic>
      <p:sp>
        <p:nvSpPr>
          <p:cNvPr id="7" name="Callout: Bent Line 6">
            <a:extLst>
              <a:ext uri="{FF2B5EF4-FFF2-40B4-BE49-F238E27FC236}">
                <a16:creationId xmlns:a16="http://schemas.microsoft.com/office/drawing/2014/main" id="{73B04DE4-5D62-E58B-3120-8383DDB91B54}"/>
              </a:ext>
            </a:extLst>
          </p:cNvPr>
          <p:cNvSpPr/>
          <p:nvPr/>
        </p:nvSpPr>
        <p:spPr>
          <a:xfrm>
            <a:off x="7279146" y="3452496"/>
            <a:ext cx="3344470" cy="1070015"/>
          </a:xfrm>
          <a:prstGeom prst="borderCallout2">
            <a:avLst>
              <a:gd name="adj1" fmla="val 54777"/>
              <a:gd name="adj2" fmla="val -3942"/>
              <a:gd name="adj3" fmla="val 6202"/>
              <a:gd name="adj4" fmla="val -4255"/>
              <a:gd name="adj5" fmla="val 5040"/>
              <a:gd name="adj6" fmla="val -24546"/>
            </a:avLst>
          </a:prstGeom>
          <a:ln>
            <a:solidFill>
              <a:schemeClr val="accent5">
                <a:lumMod val="75000"/>
              </a:schemeClr>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a:latin typeface="ADLaM Display" panose="02010000000000000000" pitchFamily="2" charset="0"/>
                <a:ea typeface="ADLaM Display" panose="02010000000000000000" pitchFamily="2" charset="0"/>
                <a:cs typeface="ADLaM Display" panose="02010000000000000000" pitchFamily="2" charset="0"/>
              </a:rPr>
              <a:t>Uncomment these lines at the end of the file. (Remove the # at the beginning of each line)</a:t>
            </a:r>
          </a:p>
        </p:txBody>
      </p:sp>
      <p:sp>
        <p:nvSpPr>
          <p:cNvPr id="8" name="Rectangle: Rounded Corners 7">
            <a:extLst>
              <a:ext uri="{FF2B5EF4-FFF2-40B4-BE49-F238E27FC236}">
                <a16:creationId xmlns:a16="http://schemas.microsoft.com/office/drawing/2014/main" id="{FE071C0E-4C18-1AAA-CF5D-17B17A5010F5}"/>
              </a:ext>
            </a:extLst>
          </p:cNvPr>
          <p:cNvSpPr/>
          <p:nvPr/>
        </p:nvSpPr>
        <p:spPr>
          <a:xfrm>
            <a:off x="359398" y="5068699"/>
            <a:ext cx="11473203" cy="13471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cd ~/openairinterface5g/</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cmake_targets</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ran_build</a:t>
            </a:r>
            <a:r>
              <a:rPr lang="en-US" sz="1400" dirty="0">
                <a:latin typeface="Cascadia Code" panose="020B0609020000020004" pitchFamily="49" charset="0"/>
                <a:ea typeface="Cascadia Code" panose="020B0609020000020004" pitchFamily="49" charset="0"/>
                <a:cs typeface="Cascadia Code" panose="020B0609020000020004" pitchFamily="49" charset="0"/>
              </a:rPr>
              <a:t>/build</a:t>
            </a:r>
          </a:p>
          <a:p>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a:p>
            <a:r>
              <a:rPr lang="en-US" sz="14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1400" dirty="0">
                <a:latin typeface="Cascadia Code" panose="020B0609020000020004" pitchFamily="49" charset="0"/>
                <a:ea typeface="Cascadia Code" panose="020B0609020000020004" pitchFamily="49" charset="0"/>
                <a:cs typeface="Cascadia Code" panose="020B0609020000020004" pitchFamily="49" charset="0"/>
              </a:rPr>
              <a:t> ./nr-</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softmodem</a:t>
            </a:r>
            <a:r>
              <a:rPr lang="en-US" sz="1400" dirty="0">
                <a:latin typeface="Cascadia Code" panose="020B0609020000020004" pitchFamily="49" charset="0"/>
                <a:ea typeface="Cascadia Code" panose="020B0609020000020004" pitchFamily="49" charset="0"/>
                <a:cs typeface="Cascadia Code" panose="020B0609020000020004" pitchFamily="49" charset="0"/>
              </a:rPr>
              <a:t> -O ../../../targets/PROJECTS/GENERIC-NR-5GC/CONF/gnb.sa.band78.fr1.106PRB.usrpb210.conf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gNBs</a:t>
            </a:r>
            <a:r>
              <a:rPr lang="en-US" sz="1400" dirty="0">
                <a:latin typeface="Cascadia Code" panose="020B0609020000020004" pitchFamily="49" charset="0"/>
                <a:ea typeface="Cascadia Code" panose="020B0609020000020004" pitchFamily="49" charset="0"/>
                <a:cs typeface="Cascadia Code" panose="020B0609020000020004" pitchFamily="49" charset="0"/>
              </a:rPr>
              <a:t>.[0].</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min_rxtxtime</a:t>
            </a:r>
            <a:r>
              <a:rPr lang="en-US" sz="1400" dirty="0">
                <a:latin typeface="Cascadia Code" panose="020B0609020000020004" pitchFamily="49" charset="0"/>
                <a:ea typeface="Cascadia Code" panose="020B0609020000020004" pitchFamily="49" charset="0"/>
                <a:cs typeface="Cascadia Code" panose="020B0609020000020004" pitchFamily="49" charset="0"/>
              </a:rPr>
              <a:t> 6 --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rfsim</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611848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867B7-C1F8-BFC1-DC24-10DAF97B7AD9}"/>
              </a:ext>
            </a:extLst>
          </p:cNvPr>
          <p:cNvSpPr>
            <a:spLocks noGrp="1"/>
          </p:cNvSpPr>
          <p:nvPr>
            <p:ph type="title"/>
          </p:nvPr>
        </p:nvSpPr>
        <p:spPr>
          <a:xfrm>
            <a:off x="419417" y="-9759"/>
            <a:ext cx="10058400" cy="1371600"/>
          </a:xfrm>
        </p:spPr>
        <p:txBody>
          <a:bodyPr>
            <a:normAutofit/>
          </a:bodyPr>
          <a:lstStyle/>
          <a:p>
            <a:r>
              <a:rPr lang="en-US" sz="3600" dirty="0">
                <a:latin typeface="Abadi" panose="020B0604020104020204" pitchFamily="34" charset="0"/>
              </a:rPr>
              <a:t>Run the </a:t>
            </a:r>
            <a:r>
              <a:rPr lang="en-US" sz="3600" dirty="0" err="1">
                <a:latin typeface="Abadi" panose="020B0604020104020204" pitchFamily="34" charset="0"/>
              </a:rPr>
              <a:t>gNB</a:t>
            </a:r>
            <a:r>
              <a:rPr lang="en-US" sz="3600" dirty="0">
                <a:latin typeface="Abadi" panose="020B0604020104020204" pitchFamily="34" charset="0"/>
              </a:rPr>
              <a:t> process – Terminal 3</a:t>
            </a:r>
          </a:p>
        </p:txBody>
      </p:sp>
      <p:sp>
        <p:nvSpPr>
          <p:cNvPr id="10" name="TextBox 9">
            <a:extLst>
              <a:ext uri="{FF2B5EF4-FFF2-40B4-BE49-F238E27FC236}">
                <a16:creationId xmlns:a16="http://schemas.microsoft.com/office/drawing/2014/main" id="{EA269FCD-DE18-8F10-54EB-1C8FFC42E222}"/>
              </a:ext>
            </a:extLst>
          </p:cNvPr>
          <p:cNvSpPr txBox="1"/>
          <p:nvPr/>
        </p:nvSpPr>
        <p:spPr>
          <a:xfrm>
            <a:off x="7672352" y="6494230"/>
            <a:ext cx="3039035" cy="369332"/>
          </a:xfrm>
          <a:prstGeom prst="rect">
            <a:avLst/>
          </a:prstGeom>
          <a:noFill/>
        </p:spPr>
        <p:txBody>
          <a:bodyPr wrap="square" rtlCol="0">
            <a:spAutoFit/>
          </a:bodyPr>
          <a:lstStyle/>
          <a:p>
            <a:r>
              <a:rPr lang="en-US" dirty="0">
                <a:latin typeface="Abadi" panose="020B0604020104020204" pitchFamily="34" charset="0"/>
              </a:rPr>
              <a:t>Near-RT RIC Console Output</a:t>
            </a:r>
          </a:p>
        </p:txBody>
      </p:sp>
      <p:sp>
        <p:nvSpPr>
          <p:cNvPr id="11" name="TextBox 10">
            <a:extLst>
              <a:ext uri="{FF2B5EF4-FFF2-40B4-BE49-F238E27FC236}">
                <a16:creationId xmlns:a16="http://schemas.microsoft.com/office/drawing/2014/main" id="{CC796A08-B43C-1962-BF8F-9EC3502D1B4D}"/>
              </a:ext>
            </a:extLst>
          </p:cNvPr>
          <p:cNvSpPr txBox="1"/>
          <p:nvPr/>
        </p:nvSpPr>
        <p:spPr>
          <a:xfrm>
            <a:off x="2812551" y="4555891"/>
            <a:ext cx="2273005" cy="369332"/>
          </a:xfrm>
          <a:prstGeom prst="rect">
            <a:avLst/>
          </a:prstGeom>
          <a:noFill/>
        </p:spPr>
        <p:txBody>
          <a:bodyPr wrap="square" rtlCol="0">
            <a:spAutoFit/>
          </a:bodyPr>
          <a:lstStyle/>
          <a:p>
            <a:r>
              <a:rPr lang="en-US" dirty="0" err="1">
                <a:latin typeface="Abadi" panose="020B0604020104020204" pitchFamily="34" charset="0"/>
              </a:rPr>
              <a:t>gNB</a:t>
            </a:r>
            <a:r>
              <a:rPr lang="en-US" dirty="0">
                <a:latin typeface="Abadi" panose="020B0604020104020204" pitchFamily="34" charset="0"/>
              </a:rPr>
              <a:t> Console Output</a:t>
            </a:r>
          </a:p>
        </p:txBody>
      </p:sp>
      <p:pic>
        <p:nvPicPr>
          <p:cNvPr id="4" name="Picture 3">
            <a:extLst>
              <a:ext uri="{FF2B5EF4-FFF2-40B4-BE49-F238E27FC236}">
                <a16:creationId xmlns:a16="http://schemas.microsoft.com/office/drawing/2014/main" id="{10A4B2BE-FC89-81F5-C94B-FD3B310F9DF9}"/>
              </a:ext>
            </a:extLst>
          </p:cNvPr>
          <p:cNvPicPr>
            <a:picLocks noChangeAspect="1"/>
          </p:cNvPicPr>
          <p:nvPr/>
        </p:nvPicPr>
        <p:blipFill>
          <a:blip r:embed="rId2"/>
          <a:stretch>
            <a:fillRect/>
          </a:stretch>
        </p:blipFill>
        <p:spPr>
          <a:xfrm>
            <a:off x="214304" y="1221245"/>
            <a:ext cx="8306959" cy="3229426"/>
          </a:xfrm>
          <a:prstGeom prst="rect">
            <a:avLst/>
          </a:prstGeom>
        </p:spPr>
      </p:pic>
      <p:sp>
        <p:nvSpPr>
          <p:cNvPr id="15" name="Rectangle 14">
            <a:extLst>
              <a:ext uri="{FF2B5EF4-FFF2-40B4-BE49-F238E27FC236}">
                <a16:creationId xmlns:a16="http://schemas.microsoft.com/office/drawing/2014/main" id="{9CEBCE8F-9312-8775-BE52-A85BEE76A4B1}"/>
              </a:ext>
            </a:extLst>
          </p:cNvPr>
          <p:cNvSpPr/>
          <p:nvPr/>
        </p:nvSpPr>
        <p:spPr>
          <a:xfrm>
            <a:off x="114960" y="3737399"/>
            <a:ext cx="6121248" cy="572676"/>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EEB13FF-236C-9212-5CC6-EE35667FE488}"/>
              </a:ext>
            </a:extLst>
          </p:cNvPr>
          <p:cNvPicPr>
            <a:picLocks noChangeAspect="1"/>
          </p:cNvPicPr>
          <p:nvPr/>
        </p:nvPicPr>
        <p:blipFill>
          <a:blip r:embed="rId3"/>
          <a:stretch>
            <a:fillRect/>
          </a:stretch>
        </p:blipFill>
        <p:spPr>
          <a:xfrm>
            <a:off x="6162675" y="4637963"/>
            <a:ext cx="5730908" cy="1853641"/>
          </a:xfrm>
          <a:prstGeom prst="rect">
            <a:avLst/>
          </a:prstGeom>
        </p:spPr>
      </p:pic>
      <p:sp>
        <p:nvSpPr>
          <p:cNvPr id="13" name="Callout: Bent Line 12">
            <a:extLst>
              <a:ext uri="{FF2B5EF4-FFF2-40B4-BE49-F238E27FC236}">
                <a16:creationId xmlns:a16="http://schemas.microsoft.com/office/drawing/2014/main" id="{A721AAF6-44BC-1828-83DC-3DA5F5D0D013}"/>
              </a:ext>
            </a:extLst>
          </p:cNvPr>
          <p:cNvSpPr/>
          <p:nvPr/>
        </p:nvSpPr>
        <p:spPr>
          <a:xfrm>
            <a:off x="8726946" y="1836240"/>
            <a:ext cx="3344470" cy="1070015"/>
          </a:xfrm>
          <a:prstGeom prst="borderCallout2">
            <a:avLst>
              <a:gd name="adj1" fmla="val 54777"/>
              <a:gd name="adj2" fmla="val -3942"/>
              <a:gd name="adj3" fmla="val 194919"/>
              <a:gd name="adj4" fmla="val -38716"/>
              <a:gd name="adj5" fmla="val 194647"/>
              <a:gd name="adj6" fmla="val -78658"/>
            </a:avLst>
          </a:prstGeom>
          <a:ln>
            <a:solidFill>
              <a:schemeClr val="accent5">
                <a:lumMod val="75000"/>
              </a:schemeClr>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a:latin typeface="ADLaM Display" panose="02010000000000000000" pitchFamily="2" charset="0"/>
                <a:ea typeface="ADLaM Display" panose="02010000000000000000" pitchFamily="2" charset="0"/>
                <a:cs typeface="ADLaM Display" panose="02010000000000000000" pitchFamily="2" charset="0"/>
              </a:rPr>
              <a:t>Verify that the </a:t>
            </a:r>
            <a:r>
              <a:rPr lang="en-US" dirty="0" err="1">
                <a:latin typeface="ADLaM Display" panose="02010000000000000000" pitchFamily="2" charset="0"/>
                <a:ea typeface="ADLaM Display" panose="02010000000000000000" pitchFamily="2" charset="0"/>
                <a:cs typeface="ADLaM Display" panose="02010000000000000000" pitchFamily="2" charset="0"/>
              </a:rPr>
              <a:t>gNB</a:t>
            </a:r>
            <a:r>
              <a:rPr lang="en-US" dirty="0">
                <a:latin typeface="ADLaM Display" panose="02010000000000000000" pitchFamily="2" charset="0"/>
                <a:ea typeface="ADLaM Display" panose="02010000000000000000" pitchFamily="2" charset="0"/>
                <a:cs typeface="ADLaM Display" panose="02010000000000000000" pitchFamily="2" charset="0"/>
              </a:rPr>
              <a:t> received the E2 setup response.</a:t>
            </a:r>
          </a:p>
        </p:txBody>
      </p:sp>
    </p:spTree>
    <p:extLst>
      <p:ext uri="{BB962C8B-B14F-4D97-AF65-F5344CB8AC3E}">
        <p14:creationId xmlns:p14="http://schemas.microsoft.com/office/powerpoint/2010/main" val="246520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B5A176-D134-9DC1-A165-B89FDEA0FA9E}"/>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E2 Setup procedure</a:t>
            </a:r>
          </a:p>
        </p:txBody>
      </p:sp>
      <p:pic>
        <p:nvPicPr>
          <p:cNvPr id="4" name="Content Placeholder 6">
            <a:extLst>
              <a:ext uri="{FF2B5EF4-FFF2-40B4-BE49-F238E27FC236}">
                <a16:creationId xmlns:a16="http://schemas.microsoft.com/office/drawing/2014/main" id="{DF20EC97-CA84-A5A1-477B-951E315C730D}"/>
              </a:ext>
            </a:extLst>
          </p:cNvPr>
          <p:cNvPicPr>
            <a:picLocks noChangeAspect="1"/>
          </p:cNvPicPr>
          <p:nvPr/>
        </p:nvPicPr>
        <p:blipFill>
          <a:blip r:embed="rId2"/>
          <a:stretch>
            <a:fillRect/>
          </a:stretch>
        </p:blipFill>
        <p:spPr>
          <a:xfrm>
            <a:off x="5021486" y="643466"/>
            <a:ext cx="6292360" cy="5568739"/>
          </a:xfrm>
          <a:prstGeom prst="rect">
            <a:avLst/>
          </a:prstGeom>
        </p:spPr>
      </p:pic>
    </p:spTree>
    <p:extLst>
      <p:ext uri="{BB962C8B-B14F-4D97-AF65-F5344CB8AC3E}">
        <p14:creationId xmlns:p14="http://schemas.microsoft.com/office/powerpoint/2010/main" val="2032367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94F5A-34BA-9CA6-53C2-6C4F69C98CE8}"/>
              </a:ext>
            </a:extLst>
          </p:cNvPr>
          <p:cNvSpPr>
            <a:spLocks noGrp="1"/>
          </p:cNvSpPr>
          <p:nvPr>
            <p:ph type="title"/>
          </p:nvPr>
        </p:nvSpPr>
        <p:spPr/>
        <p:txBody>
          <a:bodyPr/>
          <a:lstStyle/>
          <a:p>
            <a:r>
              <a:rPr lang="en-US" dirty="0">
                <a:latin typeface="Abadi" panose="020B0604020104020204" pitchFamily="34" charset="0"/>
              </a:rPr>
              <a:t>Run the UE – Terminal 4 and start Traffic – Terminal 5</a:t>
            </a:r>
          </a:p>
        </p:txBody>
      </p:sp>
      <p:sp>
        <p:nvSpPr>
          <p:cNvPr id="4" name="Rectangle: Rounded Corners 3">
            <a:extLst>
              <a:ext uri="{FF2B5EF4-FFF2-40B4-BE49-F238E27FC236}">
                <a16:creationId xmlns:a16="http://schemas.microsoft.com/office/drawing/2014/main" id="{51AD2008-5918-804C-CF7C-F9728D4795AB}"/>
              </a:ext>
            </a:extLst>
          </p:cNvPr>
          <p:cNvSpPr/>
          <p:nvPr/>
        </p:nvSpPr>
        <p:spPr>
          <a:xfrm>
            <a:off x="553159" y="1765648"/>
            <a:ext cx="3826872" cy="24592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cd ~/openairinterface5g/</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cmake_targets</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ran_build</a:t>
            </a:r>
            <a:r>
              <a:rPr lang="en-US" sz="1400" dirty="0">
                <a:latin typeface="Cascadia Code" panose="020B0609020000020004" pitchFamily="49" charset="0"/>
                <a:ea typeface="Cascadia Code" panose="020B0609020000020004" pitchFamily="49" charset="0"/>
                <a:cs typeface="Cascadia Code" panose="020B0609020000020004" pitchFamily="49" charset="0"/>
              </a:rPr>
              <a:t>/build</a:t>
            </a:r>
            <a:br>
              <a:rPr lang="en-US" sz="1400" dirty="0">
                <a:latin typeface="Cascadia Code" panose="020B0609020000020004" pitchFamily="49" charset="0"/>
                <a:ea typeface="Cascadia Code" panose="020B0609020000020004" pitchFamily="49" charset="0"/>
                <a:cs typeface="Cascadia Code" panose="020B0609020000020004" pitchFamily="49" charset="0"/>
              </a:rPr>
            </a:br>
            <a:br>
              <a:rPr lang="en-US" sz="1400" dirty="0">
                <a:latin typeface="Cascadia Code" panose="020B0609020000020004" pitchFamily="49" charset="0"/>
                <a:ea typeface="Cascadia Code" panose="020B0609020000020004" pitchFamily="49" charset="0"/>
                <a:cs typeface="Cascadia Code" panose="020B0609020000020004" pitchFamily="49" charset="0"/>
              </a:rPr>
            </a:b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a:p>
            <a:r>
              <a:rPr lang="en-US" sz="14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1400" dirty="0">
                <a:latin typeface="Cascadia Code" panose="020B0609020000020004" pitchFamily="49" charset="0"/>
                <a:ea typeface="Cascadia Code" panose="020B0609020000020004" pitchFamily="49" charset="0"/>
                <a:cs typeface="Cascadia Code" panose="020B0609020000020004" pitchFamily="49" charset="0"/>
              </a:rPr>
              <a:t> ./nr-</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uesoftmodem</a:t>
            </a:r>
            <a:r>
              <a:rPr lang="en-US" sz="1400" dirty="0">
                <a:latin typeface="Cascadia Code" panose="020B0609020000020004" pitchFamily="49" charset="0"/>
                <a:ea typeface="Cascadia Code" panose="020B0609020000020004" pitchFamily="49" charset="0"/>
                <a:cs typeface="Cascadia Code" panose="020B0609020000020004" pitchFamily="49" charset="0"/>
              </a:rPr>
              <a:t> -r 106 --numerology 1 --band 78 -C 3619200000 --uicc0.imsi 001010000000001 --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rfsim</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6" name="Picture 5">
            <a:extLst>
              <a:ext uri="{FF2B5EF4-FFF2-40B4-BE49-F238E27FC236}">
                <a16:creationId xmlns:a16="http://schemas.microsoft.com/office/drawing/2014/main" id="{388725CC-5AF4-79EB-7B62-2A6A44246636}"/>
              </a:ext>
            </a:extLst>
          </p:cNvPr>
          <p:cNvPicPr>
            <a:picLocks noChangeAspect="1"/>
          </p:cNvPicPr>
          <p:nvPr/>
        </p:nvPicPr>
        <p:blipFill>
          <a:blip r:embed="rId2"/>
          <a:stretch>
            <a:fillRect/>
          </a:stretch>
        </p:blipFill>
        <p:spPr>
          <a:xfrm>
            <a:off x="4891958" y="1841489"/>
            <a:ext cx="7117029" cy="4212601"/>
          </a:xfrm>
          <a:prstGeom prst="rect">
            <a:avLst/>
          </a:prstGeom>
        </p:spPr>
      </p:pic>
      <p:sp>
        <p:nvSpPr>
          <p:cNvPr id="5" name="Content Placeholder 2">
            <a:extLst>
              <a:ext uri="{FF2B5EF4-FFF2-40B4-BE49-F238E27FC236}">
                <a16:creationId xmlns:a16="http://schemas.microsoft.com/office/drawing/2014/main" id="{0CC3E125-1A62-C663-A184-DD3802489548}"/>
              </a:ext>
            </a:extLst>
          </p:cNvPr>
          <p:cNvSpPr txBox="1">
            <a:spLocks/>
          </p:cNvSpPr>
          <p:nvPr/>
        </p:nvSpPr>
        <p:spPr>
          <a:xfrm>
            <a:off x="486484" y="6200344"/>
            <a:ext cx="11592090" cy="585062"/>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r>
              <a:rPr lang="en-US" dirty="0">
                <a:solidFill>
                  <a:srgbClr val="FF0000"/>
                </a:solidFill>
                <a:latin typeface="Abadi" panose="020B0604020104020204" pitchFamily="34" charset="0"/>
              </a:rPr>
              <a:t>Output will be the same as what we observed previously, since the UE is not “aware” of the near-RT RIC.</a:t>
            </a:r>
          </a:p>
          <a:p>
            <a:endParaRPr lang="en-US" dirty="0"/>
          </a:p>
        </p:txBody>
      </p:sp>
      <p:sp>
        <p:nvSpPr>
          <p:cNvPr id="3" name="Rectangle: Rounded Corners 2">
            <a:extLst>
              <a:ext uri="{FF2B5EF4-FFF2-40B4-BE49-F238E27FC236}">
                <a16:creationId xmlns:a16="http://schemas.microsoft.com/office/drawing/2014/main" id="{52B329A3-5574-32EC-36E5-CE9D64A992C3}"/>
              </a:ext>
            </a:extLst>
          </p:cNvPr>
          <p:cNvSpPr/>
          <p:nvPr/>
        </p:nvSpPr>
        <p:spPr>
          <a:xfrm>
            <a:off x="628650" y="5014422"/>
            <a:ext cx="3826872" cy="5850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n-NO" sz="1400" dirty="0">
                <a:latin typeface="Cascadia Code" panose="020B0609020000020004" pitchFamily="49" charset="0"/>
                <a:ea typeface="Cascadia Code" panose="020B0609020000020004" pitchFamily="49" charset="0"/>
                <a:cs typeface="Cascadia Code" panose="020B0609020000020004" pitchFamily="49" charset="0"/>
              </a:rPr>
              <a:t>ping 192.168.70.135 -I oaitun_ue1</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8" name="TextBox 7">
            <a:extLst>
              <a:ext uri="{FF2B5EF4-FFF2-40B4-BE49-F238E27FC236}">
                <a16:creationId xmlns:a16="http://schemas.microsoft.com/office/drawing/2014/main" id="{C90EDBB6-8668-C916-529D-1330C2B9A8F8}"/>
              </a:ext>
            </a:extLst>
          </p:cNvPr>
          <p:cNvSpPr txBox="1"/>
          <p:nvPr/>
        </p:nvSpPr>
        <p:spPr>
          <a:xfrm>
            <a:off x="628650" y="4516324"/>
            <a:ext cx="6096000" cy="369332"/>
          </a:xfrm>
          <a:prstGeom prst="rect">
            <a:avLst/>
          </a:prstGeom>
          <a:noFill/>
        </p:spPr>
        <p:txBody>
          <a:bodyPr wrap="square">
            <a:spAutoFit/>
          </a:bodyPr>
          <a:lstStyle/>
          <a:p>
            <a:r>
              <a:rPr lang="en-US" sz="1800" dirty="0">
                <a:latin typeface="Abadi" panose="020B0604020104020204" pitchFamily="34" charset="0"/>
                <a:ea typeface="Cascadia Code" panose="020B0609020000020004" pitchFamily="49" charset="0"/>
                <a:cs typeface="Cascadia Code" panose="020B0609020000020004" pitchFamily="49" charset="0"/>
              </a:rPr>
              <a:t>In terminal 5,</a:t>
            </a:r>
          </a:p>
        </p:txBody>
      </p:sp>
    </p:spTree>
    <p:extLst>
      <p:ext uri="{BB962C8B-B14F-4D97-AF65-F5344CB8AC3E}">
        <p14:creationId xmlns:p14="http://schemas.microsoft.com/office/powerpoint/2010/main" val="202739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169A-3FC2-35E5-AF52-F902FD00C32E}"/>
              </a:ext>
            </a:extLst>
          </p:cNvPr>
          <p:cNvSpPr>
            <a:spLocks noGrp="1"/>
          </p:cNvSpPr>
          <p:nvPr>
            <p:ph type="title"/>
          </p:nvPr>
        </p:nvSpPr>
        <p:spPr/>
        <p:txBody>
          <a:bodyPr/>
          <a:lstStyle/>
          <a:p>
            <a:r>
              <a:rPr lang="en-US" dirty="0">
                <a:latin typeface="Abadi" panose="020B0604020104020204" pitchFamily="34" charset="0"/>
              </a:rPr>
              <a:t>Start the KPM xApp – Terminal 6</a:t>
            </a:r>
          </a:p>
        </p:txBody>
      </p:sp>
      <p:sp>
        <p:nvSpPr>
          <p:cNvPr id="3" name="Content Placeholder 2">
            <a:extLst>
              <a:ext uri="{FF2B5EF4-FFF2-40B4-BE49-F238E27FC236}">
                <a16:creationId xmlns:a16="http://schemas.microsoft.com/office/drawing/2014/main" id="{3DA04EBA-4CEF-FCB3-A2A8-69355E480F68}"/>
              </a:ext>
            </a:extLst>
          </p:cNvPr>
          <p:cNvSpPr>
            <a:spLocks noGrp="1"/>
          </p:cNvSpPr>
          <p:nvPr>
            <p:ph idx="1"/>
          </p:nvPr>
        </p:nvSpPr>
        <p:spPr>
          <a:xfrm>
            <a:off x="838200" y="1568450"/>
            <a:ext cx="10515600" cy="1441450"/>
          </a:xfrm>
        </p:spPr>
        <p:txBody>
          <a:bodyPr>
            <a:normAutofit/>
          </a:bodyPr>
          <a:lstStyle/>
          <a:p>
            <a:r>
              <a:rPr lang="en-US" sz="2000" dirty="0">
                <a:latin typeface="Abadi" panose="020B0604020104020204" pitchFamily="34" charset="0"/>
              </a:rPr>
              <a:t>KPM – Stands for Key performance metrics. This xApp is responsible for collecting metrics collected by the RAN and forwarding it to relevant </a:t>
            </a:r>
            <a:r>
              <a:rPr lang="en-US" sz="2000" dirty="0" err="1">
                <a:latin typeface="Abadi" panose="020B0604020104020204" pitchFamily="34" charset="0"/>
              </a:rPr>
              <a:t>xApps</a:t>
            </a:r>
            <a:r>
              <a:rPr lang="en-US" sz="2000" dirty="0">
                <a:latin typeface="Abadi" panose="020B0604020104020204" pitchFamily="34" charset="0"/>
              </a:rPr>
              <a:t> to help in RAN control</a:t>
            </a:r>
          </a:p>
          <a:p>
            <a:r>
              <a:rPr lang="en-US" sz="2000" dirty="0">
                <a:latin typeface="Abadi" panose="020B0604020104020204" pitchFamily="34" charset="0"/>
              </a:rPr>
              <a:t>Per O-RAN specifications, 5G measurements supported by KPM are specified in 3GPP TS 28.552.</a:t>
            </a:r>
          </a:p>
        </p:txBody>
      </p:sp>
      <p:sp>
        <p:nvSpPr>
          <p:cNvPr id="4" name="Rectangle: Rounded Corners 3">
            <a:extLst>
              <a:ext uri="{FF2B5EF4-FFF2-40B4-BE49-F238E27FC236}">
                <a16:creationId xmlns:a16="http://schemas.microsoft.com/office/drawing/2014/main" id="{2D9F88D9-A766-E119-EA4C-F53F176C82F6}"/>
              </a:ext>
            </a:extLst>
          </p:cNvPr>
          <p:cNvSpPr/>
          <p:nvPr/>
        </p:nvSpPr>
        <p:spPr>
          <a:xfrm>
            <a:off x="759831" y="3111214"/>
            <a:ext cx="5868850" cy="8047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cd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flexric</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a:p>
            <a:r>
              <a:rPr lang="en-US" sz="1400" dirty="0">
                <a:latin typeface="Cascadia Code" panose="020B0609020000020004" pitchFamily="49" charset="0"/>
                <a:ea typeface="Cascadia Code" panose="020B0609020000020004" pitchFamily="49" charset="0"/>
                <a:cs typeface="Cascadia Code" panose="020B0609020000020004" pitchFamily="49" charset="0"/>
              </a:rPr>
              <a:t>./build/examples/xApp/c/monitor/</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xapp_kpm_moni</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6" name="Picture 5">
            <a:extLst>
              <a:ext uri="{FF2B5EF4-FFF2-40B4-BE49-F238E27FC236}">
                <a16:creationId xmlns:a16="http://schemas.microsoft.com/office/drawing/2014/main" id="{703B38AB-C67A-746F-9E4C-BA1DFFEAB656}"/>
              </a:ext>
            </a:extLst>
          </p:cNvPr>
          <p:cNvPicPr>
            <a:picLocks noChangeAspect="1"/>
          </p:cNvPicPr>
          <p:nvPr/>
        </p:nvPicPr>
        <p:blipFill>
          <a:blip r:embed="rId2"/>
          <a:stretch>
            <a:fillRect/>
          </a:stretch>
        </p:blipFill>
        <p:spPr>
          <a:xfrm>
            <a:off x="661584" y="4213225"/>
            <a:ext cx="5782482" cy="1733792"/>
          </a:xfrm>
          <a:prstGeom prst="rect">
            <a:avLst/>
          </a:prstGeom>
        </p:spPr>
      </p:pic>
      <p:sp>
        <p:nvSpPr>
          <p:cNvPr id="7" name="TextBox 6">
            <a:extLst>
              <a:ext uri="{FF2B5EF4-FFF2-40B4-BE49-F238E27FC236}">
                <a16:creationId xmlns:a16="http://schemas.microsoft.com/office/drawing/2014/main" id="{A28AD962-86A4-6436-E5FB-682198D501B5}"/>
              </a:ext>
            </a:extLst>
          </p:cNvPr>
          <p:cNvSpPr txBox="1"/>
          <p:nvPr/>
        </p:nvSpPr>
        <p:spPr>
          <a:xfrm>
            <a:off x="2124472" y="6059626"/>
            <a:ext cx="2856706" cy="369332"/>
          </a:xfrm>
          <a:prstGeom prst="rect">
            <a:avLst/>
          </a:prstGeom>
          <a:noFill/>
        </p:spPr>
        <p:txBody>
          <a:bodyPr wrap="square" rtlCol="0">
            <a:spAutoFit/>
          </a:bodyPr>
          <a:lstStyle/>
          <a:p>
            <a:r>
              <a:rPr lang="en-US" dirty="0">
                <a:latin typeface="Abadi" panose="020B0604020104020204" pitchFamily="34" charset="0"/>
              </a:rPr>
              <a:t>KPM xApp console output</a:t>
            </a:r>
          </a:p>
        </p:txBody>
      </p:sp>
      <p:pic>
        <p:nvPicPr>
          <p:cNvPr id="9" name="Picture 8">
            <a:extLst>
              <a:ext uri="{FF2B5EF4-FFF2-40B4-BE49-F238E27FC236}">
                <a16:creationId xmlns:a16="http://schemas.microsoft.com/office/drawing/2014/main" id="{409192CE-C04C-C2EA-61A4-87ED8F5C2725}"/>
              </a:ext>
            </a:extLst>
          </p:cNvPr>
          <p:cNvPicPr>
            <a:picLocks noChangeAspect="1"/>
          </p:cNvPicPr>
          <p:nvPr/>
        </p:nvPicPr>
        <p:blipFill>
          <a:blip r:embed="rId3"/>
          <a:stretch>
            <a:fillRect/>
          </a:stretch>
        </p:blipFill>
        <p:spPr>
          <a:xfrm>
            <a:off x="7047062" y="2925211"/>
            <a:ext cx="4991797" cy="1981477"/>
          </a:xfrm>
          <a:prstGeom prst="rect">
            <a:avLst/>
          </a:prstGeom>
        </p:spPr>
      </p:pic>
      <p:sp>
        <p:nvSpPr>
          <p:cNvPr id="10" name="TextBox 9">
            <a:extLst>
              <a:ext uri="{FF2B5EF4-FFF2-40B4-BE49-F238E27FC236}">
                <a16:creationId xmlns:a16="http://schemas.microsoft.com/office/drawing/2014/main" id="{00C40BF3-5267-1009-081E-F8A24806A6D6}"/>
              </a:ext>
            </a:extLst>
          </p:cNvPr>
          <p:cNvSpPr txBox="1"/>
          <p:nvPr/>
        </p:nvSpPr>
        <p:spPr>
          <a:xfrm>
            <a:off x="7458075" y="4966384"/>
            <a:ext cx="4657725" cy="646331"/>
          </a:xfrm>
          <a:prstGeom prst="rect">
            <a:avLst/>
          </a:prstGeom>
          <a:noFill/>
        </p:spPr>
        <p:txBody>
          <a:bodyPr wrap="square" rtlCol="0">
            <a:spAutoFit/>
          </a:bodyPr>
          <a:lstStyle/>
          <a:p>
            <a:r>
              <a:rPr lang="en-US" dirty="0">
                <a:latin typeface="Abadi" panose="020B0604020104020204" pitchFamily="34" charset="0"/>
              </a:rPr>
              <a:t>Metrics from 3GPP TS 28.552 that are supported in FlexRIC/OAI.</a:t>
            </a:r>
          </a:p>
        </p:txBody>
      </p:sp>
    </p:spTree>
    <p:extLst>
      <p:ext uri="{BB962C8B-B14F-4D97-AF65-F5344CB8AC3E}">
        <p14:creationId xmlns:p14="http://schemas.microsoft.com/office/powerpoint/2010/main" val="1478740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55192B-8FA6-4621-01E2-B51AABB1F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6787A-7538-738F-4036-B40CC3782716}"/>
              </a:ext>
            </a:extLst>
          </p:cNvPr>
          <p:cNvSpPr>
            <a:spLocks noGrp="1"/>
          </p:cNvSpPr>
          <p:nvPr>
            <p:ph type="title"/>
          </p:nvPr>
        </p:nvSpPr>
        <p:spPr>
          <a:xfrm>
            <a:off x="661583" y="94249"/>
            <a:ext cx="10796991" cy="1325563"/>
          </a:xfrm>
        </p:spPr>
        <p:txBody>
          <a:bodyPr/>
          <a:lstStyle/>
          <a:p>
            <a:r>
              <a:rPr lang="en-US" dirty="0">
                <a:latin typeface="Abadi" panose="020B0604020104020204" pitchFamily="34" charset="0"/>
              </a:rPr>
              <a:t>Start the RC xApp – Terminal 6 </a:t>
            </a:r>
            <a:r>
              <a:rPr lang="en-US" dirty="0">
                <a:solidFill>
                  <a:srgbClr val="FF0000"/>
                </a:solidFill>
                <a:latin typeface="Abadi" panose="020B0604020104020204" pitchFamily="34" charset="0"/>
              </a:rPr>
              <a:t>(Do not use)</a:t>
            </a:r>
          </a:p>
        </p:txBody>
      </p:sp>
      <p:sp>
        <p:nvSpPr>
          <p:cNvPr id="3" name="Content Placeholder 2">
            <a:extLst>
              <a:ext uri="{FF2B5EF4-FFF2-40B4-BE49-F238E27FC236}">
                <a16:creationId xmlns:a16="http://schemas.microsoft.com/office/drawing/2014/main" id="{835FA3CE-0953-E9A5-BD10-E30E3355F3E4}"/>
              </a:ext>
            </a:extLst>
          </p:cNvPr>
          <p:cNvSpPr>
            <a:spLocks noGrp="1"/>
          </p:cNvSpPr>
          <p:nvPr>
            <p:ph idx="1"/>
          </p:nvPr>
        </p:nvSpPr>
        <p:spPr>
          <a:xfrm>
            <a:off x="661584" y="1256094"/>
            <a:ext cx="10515600" cy="1733792"/>
          </a:xfrm>
        </p:spPr>
        <p:txBody>
          <a:bodyPr>
            <a:normAutofit fontScale="92500" lnSpcReduction="20000"/>
          </a:bodyPr>
          <a:lstStyle/>
          <a:p>
            <a:r>
              <a:rPr lang="en-US" sz="2000" dirty="0">
                <a:latin typeface="Abadi" panose="020B0604020104020204" pitchFamily="34" charset="0"/>
              </a:rPr>
              <a:t>RC – Stands for RAN Control.</a:t>
            </a:r>
          </a:p>
          <a:p>
            <a:r>
              <a:rPr lang="en-US" sz="2000" dirty="0">
                <a:latin typeface="Abadi" panose="020B0604020104020204" pitchFamily="34" charset="0"/>
              </a:rPr>
              <a:t>Implements REPORT Service Style 1 ("Message copy" - section 7.4.2) - aperiodic subscription for "RRC Message" and “UE ID”.</a:t>
            </a:r>
          </a:p>
          <a:p>
            <a:r>
              <a:rPr lang="en-US" sz="2000" dirty="0">
                <a:latin typeface="Abadi" panose="020B0604020104020204" pitchFamily="34" charset="0"/>
              </a:rPr>
              <a:t>Aperiodic subscriptions for "UE RRC State Change", "RRC Message" copy (RRC Reconfiguration, Measurement Report, Security Mode Complete, RRC Setup Complete), and "UE ID" when RRC Setup Complete and/or F1 UE Context Setup Request detected</a:t>
            </a:r>
          </a:p>
        </p:txBody>
      </p:sp>
      <p:sp>
        <p:nvSpPr>
          <p:cNvPr id="4" name="Rectangle: Rounded Corners 3">
            <a:extLst>
              <a:ext uri="{FF2B5EF4-FFF2-40B4-BE49-F238E27FC236}">
                <a16:creationId xmlns:a16="http://schemas.microsoft.com/office/drawing/2014/main" id="{E8F12AD2-B77A-7149-05BE-CE2253A97E32}"/>
              </a:ext>
            </a:extLst>
          </p:cNvPr>
          <p:cNvSpPr/>
          <p:nvPr/>
        </p:nvSpPr>
        <p:spPr>
          <a:xfrm>
            <a:off x="575216" y="3187414"/>
            <a:ext cx="5868850" cy="8047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cd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flexric</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a:p>
            <a:r>
              <a:rPr lang="en-US" sz="1400" dirty="0">
                <a:latin typeface="Cascadia Code" panose="020B0609020000020004" pitchFamily="49" charset="0"/>
                <a:ea typeface="Cascadia Code" panose="020B0609020000020004" pitchFamily="49" charset="0"/>
                <a:cs typeface="Cascadia Code" panose="020B0609020000020004" pitchFamily="49" charset="0"/>
              </a:rPr>
              <a:t>./build/examples/xApp/c/monitor/</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xapp_rc_moni</a:t>
            </a: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6" name="Picture 5">
            <a:extLst>
              <a:ext uri="{FF2B5EF4-FFF2-40B4-BE49-F238E27FC236}">
                <a16:creationId xmlns:a16="http://schemas.microsoft.com/office/drawing/2014/main" id="{89EF6AC4-98D8-4365-7963-7A4D8D67FF5F}"/>
              </a:ext>
            </a:extLst>
          </p:cNvPr>
          <p:cNvPicPr>
            <a:picLocks noChangeAspect="1"/>
          </p:cNvPicPr>
          <p:nvPr/>
        </p:nvPicPr>
        <p:blipFill>
          <a:blip r:embed="rId2"/>
          <a:stretch>
            <a:fillRect/>
          </a:stretch>
        </p:blipFill>
        <p:spPr>
          <a:xfrm>
            <a:off x="661584" y="4575175"/>
            <a:ext cx="5782482" cy="1733792"/>
          </a:xfrm>
          <a:prstGeom prst="rect">
            <a:avLst/>
          </a:prstGeom>
        </p:spPr>
      </p:pic>
      <p:sp>
        <p:nvSpPr>
          <p:cNvPr id="7" name="TextBox 6">
            <a:extLst>
              <a:ext uri="{FF2B5EF4-FFF2-40B4-BE49-F238E27FC236}">
                <a16:creationId xmlns:a16="http://schemas.microsoft.com/office/drawing/2014/main" id="{873C37F5-B1DE-F6E9-31BD-DDCBD39B5223}"/>
              </a:ext>
            </a:extLst>
          </p:cNvPr>
          <p:cNvSpPr txBox="1"/>
          <p:nvPr/>
        </p:nvSpPr>
        <p:spPr>
          <a:xfrm>
            <a:off x="2124472" y="6421576"/>
            <a:ext cx="2856706" cy="369332"/>
          </a:xfrm>
          <a:prstGeom prst="rect">
            <a:avLst/>
          </a:prstGeom>
          <a:noFill/>
        </p:spPr>
        <p:txBody>
          <a:bodyPr wrap="square" rtlCol="0">
            <a:spAutoFit/>
          </a:bodyPr>
          <a:lstStyle/>
          <a:p>
            <a:r>
              <a:rPr lang="en-US" dirty="0">
                <a:latin typeface="Abadi" panose="020B0604020104020204" pitchFamily="34" charset="0"/>
              </a:rPr>
              <a:t>RC xApp console output</a:t>
            </a:r>
          </a:p>
        </p:txBody>
      </p:sp>
    </p:spTree>
    <p:extLst>
      <p:ext uri="{BB962C8B-B14F-4D97-AF65-F5344CB8AC3E}">
        <p14:creationId xmlns:p14="http://schemas.microsoft.com/office/powerpoint/2010/main" val="45186855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688</Words>
  <Application>Microsoft Office PowerPoint</Application>
  <PresentationFormat>Widescreen</PresentationFormat>
  <Paragraphs>71</Paragraphs>
  <Slides>11</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Abadi</vt:lpstr>
      <vt:lpstr>ADLaM Display</vt:lpstr>
      <vt:lpstr>Aptos</vt:lpstr>
      <vt:lpstr>Aptos Display</vt:lpstr>
      <vt:lpstr>Arial</vt:lpstr>
      <vt:lpstr>Cascadia Code</vt:lpstr>
      <vt:lpstr>1_Office Theme</vt:lpstr>
      <vt:lpstr>FlexRIC: Installation and Execution</vt:lpstr>
      <vt:lpstr>Install FlexRIC Dependencies</vt:lpstr>
      <vt:lpstr>Install FlexRIC (Cont’d)</vt:lpstr>
      <vt:lpstr>Run Core Network – Terminal 1</vt:lpstr>
      <vt:lpstr>Run FlexRIC Near-RT RIC – Terminal 2</vt:lpstr>
      <vt:lpstr>Start the gNB – Terminal 3</vt:lpstr>
      <vt:lpstr>Run the gNB process – Terminal 3</vt:lpstr>
      <vt:lpstr>E2 Setup procedure</vt:lpstr>
      <vt:lpstr>Run the UE – Terminal 4 and start Traffic – Terminal 5</vt:lpstr>
      <vt:lpstr>Start the KPM xApp – Terminal 6</vt:lpstr>
      <vt:lpstr>Start the RC xApp – Terminal 6 (Do not 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Upadhyaya, Pratheek Shankaranarayana</dc:creator>
  <cp:lastModifiedBy>Upadhyaya, Pratheek Shankaranarayana</cp:lastModifiedBy>
  <cp:revision>1</cp:revision>
  <dcterms:created xsi:type="dcterms:W3CDTF">2025-10-09T16:14:19Z</dcterms:created>
  <dcterms:modified xsi:type="dcterms:W3CDTF">2025-10-09T18:43:16Z</dcterms:modified>
</cp:coreProperties>
</file>